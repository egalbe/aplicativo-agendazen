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2E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72" y="3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pirito Eduardo BRSP" userId="a66834e2-69c8-40e7-9e7c-240aa558e63e" providerId="ADAL" clId="{504FD582-DA26-44F5-B4B0-464A04F1014E}"/>
    <pc:docChg chg="undo custSel modSld">
      <pc:chgData name="Spirito Eduardo BRSP" userId="a66834e2-69c8-40e7-9e7c-240aa558e63e" providerId="ADAL" clId="{504FD582-DA26-44F5-B4B0-464A04F1014E}" dt="2026-10-22T18:41:10.341" v="131" actId="22"/>
      <pc:docMkLst>
        <pc:docMk/>
      </pc:docMkLst>
      <pc:sldChg chg="addSp delSp modSp mod">
        <pc:chgData name="Spirito Eduardo BRSP" userId="a66834e2-69c8-40e7-9e7c-240aa558e63e" providerId="ADAL" clId="{504FD582-DA26-44F5-B4B0-464A04F1014E}" dt="2026-10-22T18:40:45.468" v="123" actId="14100"/>
        <pc:sldMkLst>
          <pc:docMk/>
          <pc:sldMk cId="0" sldId="256"/>
        </pc:sldMkLst>
        <pc:picChg chg="add del mod">
          <ac:chgData name="Spirito Eduardo BRSP" userId="a66834e2-69c8-40e7-9e7c-240aa558e63e" providerId="ADAL" clId="{504FD582-DA26-44F5-B4B0-464A04F1014E}" dt="2026-10-22T18:38:01.141" v="91" actId="478"/>
          <ac:picMkLst>
            <pc:docMk/>
            <pc:sldMk cId="0" sldId="256"/>
            <ac:picMk id="3" creationId="{7E59131D-8397-76AB-C1F0-52CA04BE9D55}"/>
          </ac:picMkLst>
        </pc:picChg>
        <pc:picChg chg="add del mod">
          <ac:chgData name="Spirito Eduardo BRSP" userId="a66834e2-69c8-40e7-9e7c-240aa558e63e" providerId="ADAL" clId="{504FD582-DA26-44F5-B4B0-464A04F1014E}" dt="2026-10-22T18:23:29.685" v="3" actId="21"/>
          <ac:picMkLst>
            <pc:docMk/>
            <pc:sldMk cId="0" sldId="256"/>
            <ac:picMk id="3" creationId="{94958C59-C16C-99D6-4E89-EF8CE7D065E7}"/>
          </ac:picMkLst>
        </pc:picChg>
        <pc:picChg chg="add del mod">
          <ac:chgData name="Spirito Eduardo BRSP" userId="a66834e2-69c8-40e7-9e7c-240aa558e63e" providerId="ADAL" clId="{504FD582-DA26-44F5-B4B0-464A04F1014E}" dt="2026-10-22T18:39:53.724" v="102" actId="21"/>
          <ac:picMkLst>
            <pc:docMk/>
            <pc:sldMk cId="0" sldId="256"/>
            <ac:picMk id="5" creationId="{1E866636-ACFD-87D7-95CB-C148D7A347E1}"/>
          </ac:picMkLst>
        </pc:picChg>
        <pc:picChg chg="add del mod">
          <ac:chgData name="Spirito Eduardo BRSP" userId="a66834e2-69c8-40e7-9e7c-240aa558e63e" providerId="ADAL" clId="{504FD582-DA26-44F5-B4B0-464A04F1014E}" dt="2026-10-22T18:29:01.737" v="74" actId="21"/>
          <ac:picMkLst>
            <pc:docMk/>
            <pc:sldMk cId="0" sldId="256"/>
            <ac:picMk id="5" creationId="{EB1A3280-F156-9B57-7414-2427876B8B93}"/>
          </ac:picMkLst>
        </pc:picChg>
        <pc:picChg chg="add del">
          <ac:chgData name="Spirito Eduardo BRSP" userId="a66834e2-69c8-40e7-9e7c-240aa558e63e" providerId="ADAL" clId="{504FD582-DA26-44F5-B4B0-464A04F1014E}" dt="2026-10-22T18:39:55.720" v="103" actId="478"/>
          <ac:picMkLst>
            <pc:docMk/>
            <pc:sldMk cId="0" sldId="256"/>
            <ac:picMk id="7" creationId="{2D4BA05F-ADD6-ABA1-175E-63D83C130CB7}"/>
          </ac:picMkLst>
        </pc:picChg>
        <pc:picChg chg="add del">
          <ac:chgData name="Spirito Eduardo BRSP" userId="a66834e2-69c8-40e7-9e7c-240aa558e63e" providerId="ADAL" clId="{504FD582-DA26-44F5-B4B0-464A04F1014E}" dt="2026-10-22T18:40:32.845" v="121" actId="478"/>
          <ac:picMkLst>
            <pc:docMk/>
            <pc:sldMk cId="0" sldId="256"/>
            <ac:picMk id="13" creationId="{B07D9A80-E0FB-3756-1F91-E167688A309E}"/>
          </ac:picMkLst>
        </pc:picChg>
        <pc:picChg chg="add mod">
          <ac:chgData name="Spirito Eduardo BRSP" userId="a66834e2-69c8-40e7-9e7c-240aa558e63e" providerId="ADAL" clId="{504FD582-DA26-44F5-B4B0-464A04F1014E}" dt="2026-10-22T18:40:45.468" v="123" actId="14100"/>
          <ac:picMkLst>
            <pc:docMk/>
            <pc:sldMk cId="0" sldId="256"/>
            <ac:picMk id="15" creationId="{0B30FE8D-B4A9-B816-1B32-8B8690EAC681}"/>
          </ac:picMkLst>
        </pc:picChg>
        <pc:picChg chg="del">
          <ac:chgData name="Spirito Eduardo BRSP" userId="a66834e2-69c8-40e7-9e7c-240aa558e63e" providerId="ADAL" clId="{504FD582-DA26-44F5-B4B0-464A04F1014E}" dt="2026-10-22T18:29:03.626" v="75" actId="478"/>
          <ac:picMkLst>
            <pc:docMk/>
            <pc:sldMk cId="0" sldId="256"/>
            <ac:picMk id="25" creationId="{8F6A7FA2-2E69-E8E7-ABCA-FA0CBEC30A79}"/>
          </ac:picMkLst>
        </pc:picChg>
      </pc:sldChg>
      <pc:sldChg chg="addSp delSp modSp mod">
        <pc:chgData name="Spirito Eduardo BRSP" userId="a66834e2-69c8-40e7-9e7c-240aa558e63e" providerId="ADAL" clId="{504FD582-DA26-44F5-B4B0-464A04F1014E}" dt="2026-10-22T18:40:19.302" v="120" actId="21"/>
        <pc:sldMkLst>
          <pc:docMk/>
          <pc:sldMk cId="0" sldId="257"/>
        </pc:sldMkLst>
        <pc:picChg chg="add del mod">
          <ac:chgData name="Spirito Eduardo BRSP" userId="a66834e2-69c8-40e7-9e7c-240aa558e63e" providerId="ADAL" clId="{504FD582-DA26-44F5-B4B0-464A04F1014E}" dt="2026-10-22T18:40:19.302" v="120" actId="21"/>
          <ac:picMkLst>
            <pc:docMk/>
            <pc:sldMk cId="0" sldId="257"/>
            <ac:picMk id="3" creationId="{72979111-B514-6E82-977D-8225F1079133}"/>
          </ac:picMkLst>
        </pc:picChg>
        <pc:picChg chg="add del mod">
          <ac:chgData name="Spirito Eduardo BRSP" userId="a66834e2-69c8-40e7-9e7c-240aa558e63e" providerId="ADAL" clId="{504FD582-DA26-44F5-B4B0-464A04F1014E}" dt="2026-10-22T18:24:08.892" v="27" actId="21"/>
          <ac:picMkLst>
            <pc:docMk/>
            <pc:sldMk cId="0" sldId="257"/>
            <ac:picMk id="3" creationId="{E9FE313D-8C12-ABF0-274D-263E62BA2D80}"/>
          </ac:picMkLst>
        </pc:picChg>
        <pc:picChg chg="add">
          <ac:chgData name="Spirito Eduardo BRSP" userId="a66834e2-69c8-40e7-9e7c-240aa558e63e" providerId="ADAL" clId="{504FD582-DA26-44F5-B4B0-464A04F1014E}" dt="2026-10-22T18:24:11.167" v="29" actId="22"/>
          <ac:picMkLst>
            <pc:docMk/>
            <pc:sldMk cId="0" sldId="257"/>
            <ac:picMk id="5" creationId="{8A5F92FE-2B35-B04B-351F-2BE3E57AAB3C}"/>
          </ac:picMkLst>
        </pc:picChg>
        <pc:picChg chg="del">
          <ac:chgData name="Spirito Eduardo BRSP" userId="a66834e2-69c8-40e7-9e7c-240aa558e63e" providerId="ADAL" clId="{504FD582-DA26-44F5-B4B0-464A04F1014E}" dt="2026-10-22T18:24:10.334" v="28" actId="478"/>
          <ac:picMkLst>
            <pc:docMk/>
            <pc:sldMk cId="0" sldId="257"/>
            <ac:picMk id="28" creationId="{6E357F92-6B6E-EAA4-8B9B-113A0FC91FD9}"/>
          </ac:picMkLst>
        </pc:picChg>
      </pc:sldChg>
      <pc:sldChg chg="addSp delSp mod">
        <pc:chgData name="Spirito Eduardo BRSP" userId="a66834e2-69c8-40e7-9e7c-240aa558e63e" providerId="ADAL" clId="{504FD582-DA26-44F5-B4B0-464A04F1014E}" dt="2026-10-22T18:40:54.128" v="125" actId="22"/>
        <pc:sldMkLst>
          <pc:docMk/>
          <pc:sldMk cId="0" sldId="258"/>
        </pc:sldMkLst>
        <pc:picChg chg="add del">
          <ac:chgData name="Spirito Eduardo BRSP" userId="a66834e2-69c8-40e7-9e7c-240aa558e63e" providerId="ADAL" clId="{504FD582-DA26-44F5-B4B0-464A04F1014E}" dt="2026-10-22T18:40:00.275" v="105" actId="478"/>
          <ac:picMkLst>
            <pc:docMk/>
            <pc:sldMk cId="0" sldId="258"/>
            <ac:picMk id="3" creationId="{3512F43A-F86A-673E-E8B7-9A50BC70247E}"/>
          </ac:picMkLst>
        </pc:picChg>
        <pc:picChg chg="add del">
          <ac:chgData name="Spirito Eduardo BRSP" userId="a66834e2-69c8-40e7-9e7c-240aa558e63e" providerId="ADAL" clId="{504FD582-DA26-44F5-B4B0-464A04F1014E}" dt="2026-10-22T18:40:53.325" v="124" actId="478"/>
          <ac:picMkLst>
            <pc:docMk/>
            <pc:sldMk cId="0" sldId="258"/>
            <ac:picMk id="4" creationId="{68970D17-4564-06BD-48C6-2F23867D5E01}"/>
          </ac:picMkLst>
        </pc:picChg>
        <pc:picChg chg="add">
          <ac:chgData name="Spirito Eduardo BRSP" userId="a66834e2-69c8-40e7-9e7c-240aa558e63e" providerId="ADAL" clId="{504FD582-DA26-44F5-B4B0-464A04F1014E}" dt="2026-10-22T18:40:54.128" v="125" actId="22"/>
          <ac:picMkLst>
            <pc:docMk/>
            <pc:sldMk cId="0" sldId="258"/>
            <ac:picMk id="6" creationId="{F7AB2DB9-4333-2250-0DF8-3B0E17DCB43C}"/>
          </ac:picMkLst>
        </pc:picChg>
        <pc:picChg chg="del">
          <ac:chgData name="Spirito Eduardo BRSP" userId="a66834e2-69c8-40e7-9e7c-240aa558e63e" providerId="ADAL" clId="{504FD582-DA26-44F5-B4B0-464A04F1014E}" dt="2026-10-22T18:29:08.666" v="77" actId="478"/>
          <ac:picMkLst>
            <pc:docMk/>
            <pc:sldMk cId="0" sldId="258"/>
            <ac:picMk id="40" creationId="{53572C4A-CA26-0CA7-49FD-790B040C548C}"/>
          </ac:picMkLst>
        </pc:picChg>
      </pc:sldChg>
      <pc:sldChg chg="addSp delSp mod">
        <pc:chgData name="Spirito Eduardo BRSP" userId="a66834e2-69c8-40e7-9e7c-240aa558e63e" providerId="ADAL" clId="{504FD582-DA26-44F5-B4B0-464A04F1014E}" dt="2026-10-22T18:24:15.129" v="31" actId="22"/>
        <pc:sldMkLst>
          <pc:docMk/>
          <pc:sldMk cId="0" sldId="259"/>
        </pc:sldMkLst>
        <pc:picChg chg="add">
          <ac:chgData name="Spirito Eduardo BRSP" userId="a66834e2-69c8-40e7-9e7c-240aa558e63e" providerId="ADAL" clId="{504FD582-DA26-44F5-B4B0-464A04F1014E}" dt="2026-10-22T18:24:15.129" v="31" actId="22"/>
          <ac:picMkLst>
            <pc:docMk/>
            <pc:sldMk cId="0" sldId="259"/>
            <ac:picMk id="3" creationId="{EC2F4C0F-F9DE-D0FA-9793-38997160AFC1}"/>
          </ac:picMkLst>
        </pc:picChg>
        <pc:picChg chg="del">
          <ac:chgData name="Spirito Eduardo BRSP" userId="a66834e2-69c8-40e7-9e7c-240aa558e63e" providerId="ADAL" clId="{504FD582-DA26-44F5-B4B0-464A04F1014E}" dt="2026-10-22T18:24:14.469" v="30" actId="478"/>
          <ac:picMkLst>
            <pc:docMk/>
            <pc:sldMk cId="0" sldId="259"/>
            <ac:picMk id="39" creationId="{C74BC4DF-A577-0AD4-FA77-59740F98EA09}"/>
          </ac:picMkLst>
        </pc:picChg>
      </pc:sldChg>
      <pc:sldChg chg="addSp delSp mod">
        <pc:chgData name="Spirito Eduardo BRSP" userId="a66834e2-69c8-40e7-9e7c-240aa558e63e" providerId="ADAL" clId="{504FD582-DA26-44F5-B4B0-464A04F1014E}" dt="2026-10-22T18:24:19.489" v="33" actId="22"/>
        <pc:sldMkLst>
          <pc:docMk/>
          <pc:sldMk cId="0" sldId="260"/>
        </pc:sldMkLst>
        <pc:picChg chg="add">
          <ac:chgData name="Spirito Eduardo BRSP" userId="a66834e2-69c8-40e7-9e7c-240aa558e63e" providerId="ADAL" clId="{504FD582-DA26-44F5-B4B0-464A04F1014E}" dt="2026-10-22T18:24:19.489" v="33" actId="22"/>
          <ac:picMkLst>
            <pc:docMk/>
            <pc:sldMk cId="0" sldId="260"/>
            <ac:picMk id="3" creationId="{31D67C23-0C83-A07E-899E-DF18692C1BD5}"/>
          </ac:picMkLst>
        </pc:picChg>
        <pc:picChg chg="del">
          <ac:chgData name="Spirito Eduardo BRSP" userId="a66834e2-69c8-40e7-9e7c-240aa558e63e" providerId="ADAL" clId="{504FD582-DA26-44F5-B4B0-464A04F1014E}" dt="2026-10-22T18:24:18.828" v="32" actId="478"/>
          <ac:picMkLst>
            <pc:docMk/>
            <pc:sldMk cId="0" sldId="260"/>
            <ac:picMk id="28" creationId="{9B35AA81-C12F-D349-E925-929B3B8607E0}"/>
          </ac:picMkLst>
        </pc:picChg>
      </pc:sldChg>
      <pc:sldChg chg="addSp delSp mod">
        <pc:chgData name="Spirito Eduardo BRSP" userId="a66834e2-69c8-40e7-9e7c-240aa558e63e" providerId="ADAL" clId="{504FD582-DA26-44F5-B4B0-464A04F1014E}" dt="2026-10-22T18:24:25.779" v="35" actId="22"/>
        <pc:sldMkLst>
          <pc:docMk/>
          <pc:sldMk cId="0" sldId="261"/>
        </pc:sldMkLst>
        <pc:picChg chg="add">
          <ac:chgData name="Spirito Eduardo BRSP" userId="a66834e2-69c8-40e7-9e7c-240aa558e63e" providerId="ADAL" clId="{504FD582-DA26-44F5-B4B0-464A04F1014E}" dt="2026-10-22T18:24:25.779" v="35" actId="22"/>
          <ac:picMkLst>
            <pc:docMk/>
            <pc:sldMk cId="0" sldId="261"/>
            <ac:picMk id="3" creationId="{17056AC6-CA54-342D-4682-944B38DDD257}"/>
          </ac:picMkLst>
        </pc:picChg>
        <pc:picChg chg="del">
          <ac:chgData name="Spirito Eduardo BRSP" userId="a66834e2-69c8-40e7-9e7c-240aa558e63e" providerId="ADAL" clId="{504FD582-DA26-44F5-B4B0-464A04F1014E}" dt="2026-10-22T18:24:25.086" v="34" actId="478"/>
          <ac:picMkLst>
            <pc:docMk/>
            <pc:sldMk cId="0" sldId="261"/>
            <ac:picMk id="36" creationId="{2E30D603-5BFF-CD5B-2FB8-C1816F5B2C3A}"/>
          </ac:picMkLst>
        </pc:picChg>
      </pc:sldChg>
      <pc:sldChg chg="addSp delSp mod">
        <pc:chgData name="Spirito Eduardo BRSP" userId="a66834e2-69c8-40e7-9e7c-240aa558e63e" providerId="ADAL" clId="{504FD582-DA26-44F5-B4B0-464A04F1014E}" dt="2026-10-22T18:24:30.421" v="37" actId="22"/>
        <pc:sldMkLst>
          <pc:docMk/>
          <pc:sldMk cId="0" sldId="262"/>
        </pc:sldMkLst>
        <pc:picChg chg="add">
          <ac:chgData name="Spirito Eduardo BRSP" userId="a66834e2-69c8-40e7-9e7c-240aa558e63e" providerId="ADAL" clId="{504FD582-DA26-44F5-B4B0-464A04F1014E}" dt="2026-10-22T18:24:30.421" v="37" actId="22"/>
          <ac:picMkLst>
            <pc:docMk/>
            <pc:sldMk cId="0" sldId="262"/>
            <ac:picMk id="3" creationId="{01108ED2-F526-D8AF-72C9-AC923174B89E}"/>
          </ac:picMkLst>
        </pc:picChg>
        <pc:picChg chg="del">
          <ac:chgData name="Spirito Eduardo BRSP" userId="a66834e2-69c8-40e7-9e7c-240aa558e63e" providerId="ADAL" clId="{504FD582-DA26-44F5-B4B0-464A04F1014E}" dt="2026-10-22T18:24:29.805" v="36" actId="478"/>
          <ac:picMkLst>
            <pc:docMk/>
            <pc:sldMk cId="0" sldId="262"/>
            <ac:picMk id="22" creationId="{B8866D6C-E377-D9B1-FA81-080A61C4F644}"/>
          </ac:picMkLst>
        </pc:picChg>
      </pc:sldChg>
      <pc:sldChg chg="addSp delSp mod">
        <pc:chgData name="Spirito Eduardo BRSP" userId="a66834e2-69c8-40e7-9e7c-240aa558e63e" providerId="ADAL" clId="{504FD582-DA26-44F5-B4B0-464A04F1014E}" dt="2026-10-22T18:40:58.672" v="127" actId="22"/>
        <pc:sldMkLst>
          <pc:docMk/>
          <pc:sldMk cId="0" sldId="263"/>
        </pc:sldMkLst>
        <pc:picChg chg="add del">
          <ac:chgData name="Spirito Eduardo BRSP" userId="a66834e2-69c8-40e7-9e7c-240aa558e63e" providerId="ADAL" clId="{504FD582-DA26-44F5-B4B0-464A04F1014E}" dt="2026-10-22T18:40:57.946" v="126" actId="478"/>
          <ac:picMkLst>
            <pc:docMk/>
            <pc:sldMk cId="0" sldId="263"/>
            <ac:picMk id="3" creationId="{EA1609EC-71A8-D588-B584-702DF184A282}"/>
          </ac:picMkLst>
        </pc:picChg>
        <pc:picChg chg="add">
          <ac:chgData name="Spirito Eduardo BRSP" userId="a66834e2-69c8-40e7-9e7c-240aa558e63e" providerId="ADAL" clId="{504FD582-DA26-44F5-B4B0-464A04F1014E}" dt="2026-10-22T18:40:58.672" v="127" actId="22"/>
          <ac:picMkLst>
            <pc:docMk/>
            <pc:sldMk cId="0" sldId="263"/>
            <ac:picMk id="4" creationId="{02841E53-28F7-F88D-9C2E-EA245F766A3C}"/>
          </ac:picMkLst>
        </pc:picChg>
        <pc:picChg chg="del">
          <ac:chgData name="Spirito Eduardo BRSP" userId="a66834e2-69c8-40e7-9e7c-240aa558e63e" providerId="ADAL" clId="{504FD582-DA26-44F5-B4B0-464A04F1014E}" dt="2026-10-22T18:29:12.807" v="79" actId="478"/>
          <ac:picMkLst>
            <pc:docMk/>
            <pc:sldMk cId="0" sldId="263"/>
            <ac:picMk id="31" creationId="{4371A697-CBD1-FE3B-A6D9-479873AB2874}"/>
          </ac:picMkLst>
        </pc:picChg>
      </pc:sldChg>
      <pc:sldChg chg="addSp delSp mod">
        <pc:chgData name="Spirito Eduardo BRSP" userId="a66834e2-69c8-40e7-9e7c-240aa558e63e" providerId="ADAL" clId="{504FD582-DA26-44F5-B4B0-464A04F1014E}" dt="2026-10-22T18:24:34.402" v="39" actId="22"/>
        <pc:sldMkLst>
          <pc:docMk/>
          <pc:sldMk cId="0" sldId="264"/>
        </pc:sldMkLst>
        <pc:picChg chg="add">
          <ac:chgData name="Spirito Eduardo BRSP" userId="a66834e2-69c8-40e7-9e7c-240aa558e63e" providerId="ADAL" clId="{504FD582-DA26-44F5-B4B0-464A04F1014E}" dt="2026-10-22T18:24:34.402" v="39" actId="22"/>
          <ac:picMkLst>
            <pc:docMk/>
            <pc:sldMk cId="0" sldId="264"/>
            <ac:picMk id="3" creationId="{7B74AB00-18C0-EB1D-E030-EA7F3B884764}"/>
          </ac:picMkLst>
        </pc:picChg>
        <pc:picChg chg="del">
          <ac:chgData name="Spirito Eduardo BRSP" userId="a66834e2-69c8-40e7-9e7c-240aa558e63e" providerId="ADAL" clId="{504FD582-DA26-44F5-B4B0-464A04F1014E}" dt="2026-10-22T18:24:33.710" v="38" actId="478"/>
          <ac:picMkLst>
            <pc:docMk/>
            <pc:sldMk cId="0" sldId="264"/>
            <ac:picMk id="29" creationId="{30F361D8-ADDE-1945-6637-B4260A446930}"/>
          </ac:picMkLst>
        </pc:picChg>
      </pc:sldChg>
      <pc:sldChg chg="addSp delSp mod">
        <pc:chgData name="Spirito Eduardo BRSP" userId="a66834e2-69c8-40e7-9e7c-240aa558e63e" providerId="ADAL" clId="{504FD582-DA26-44F5-B4B0-464A04F1014E}" dt="2026-10-22T18:24:38.132" v="41" actId="22"/>
        <pc:sldMkLst>
          <pc:docMk/>
          <pc:sldMk cId="0" sldId="265"/>
        </pc:sldMkLst>
        <pc:picChg chg="add">
          <ac:chgData name="Spirito Eduardo BRSP" userId="a66834e2-69c8-40e7-9e7c-240aa558e63e" providerId="ADAL" clId="{504FD582-DA26-44F5-B4B0-464A04F1014E}" dt="2026-10-22T18:24:38.132" v="41" actId="22"/>
          <ac:picMkLst>
            <pc:docMk/>
            <pc:sldMk cId="0" sldId="265"/>
            <ac:picMk id="3" creationId="{D5CFC196-98C7-95D9-1EEC-06D186EA8016}"/>
          </ac:picMkLst>
        </pc:picChg>
        <pc:picChg chg="del">
          <ac:chgData name="Spirito Eduardo BRSP" userId="a66834e2-69c8-40e7-9e7c-240aa558e63e" providerId="ADAL" clId="{504FD582-DA26-44F5-B4B0-464A04F1014E}" dt="2026-10-22T18:24:37.459" v="40" actId="478"/>
          <ac:picMkLst>
            <pc:docMk/>
            <pc:sldMk cId="0" sldId="265"/>
            <ac:picMk id="28" creationId="{C3BAE2E7-3F0B-9B47-E7DF-1FE8399A6848}"/>
          </ac:picMkLst>
        </pc:picChg>
      </pc:sldChg>
      <pc:sldChg chg="addSp delSp mod">
        <pc:chgData name="Spirito Eduardo BRSP" userId="a66834e2-69c8-40e7-9e7c-240aa558e63e" providerId="ADAL" clId="{504FD582-DA26-44F5-B4B0-464A04F1014E}" dt="2026-10-22T18:24:42.492" v="43" actId="22"/>
        <pc:sldMkLst>
          <pc:docMk/>
          <pc:sldMk cId="0" sldId="266"/>
        </pc:sldMkLst>
        <pc:picChg chg="add">
          <ac:chgData name="Spirito Eduardo BRSP" userId="a66834e2-69c8-40e7-9e7c-240aa558e63e" providerId="ADAL" clId="{504FD582-DA26-44F5-B4B0-464A04F1014E}" dt="2026-10-22T18:24:42.492" v="43" actId="22"/>
          <ac:picMkLst>
            <pc:docMk/>
            <pc:sldMk cId="0" sldId="266"/>
            <ac:picMk id="3" creationId="{13E0FA4F-F9D5-EB12-8C67-C02442E1BD6B}"/>
          </ac:picMkLst>
        </pc:picChg>
        <pc:picChg chg="del">
          <ac:chgData name="Spirito Eduardo BRSP" userId="a66834e2-69c8-40e7-9e7c-240aa558e63e" providerId="ADAL" clId="{504FD582-DA26-44F5-B4B0-464A04F1014E}" dt="2026-10-22T18:24:41.877" v="42" actId="478"/>
          <ac:picMkLst>
            <pc:docMk/>
            <pc:sldMk cId="0" sldId="266"/>
            <ac:picMk id="28" creationId="{3268C0F4-E561-75AE-06E7-3F91419A5BD3}"/>
          </ac:picMkLst>
        </pc:picChg>
      </pc:sldChg>
      <pc:sldChg chg="addSp delSp mod">
        <pc:chgData name="Spirito Eduardo BRSP" userId="a66834e2-69c8-40e7-9e7c-240aa558e63e" providerId="ADAL" clId="{504FD582-DA26-44F5-B4B0-464A04F1014E}" dt="2026-10-22T18:24:47.273" v="45" actId="22"/>
        <pc:sldMkLst>
          <pc:docMk/>
          <pc:sldMk cId="0" sldId="267"/>
        </pc:sldMkLst>
        <pc:picChg chg="add">
          <ac:chgData name="Spirito Eduardo BRSP" userId="a66834e2-69c8-40e7-9e7c-240aa558e63e" providerId="ADAL" clId="{504FD582-DA26-44F5-B4B0-464A04F1014E}" dt="2026-10-22T18:24:47.273" v="45" actId="22"/>
          <ac:picMkLst>
            <pc:docMk/>
            <pc:sldMk cId="0" sldId="267"/>
            <ac:picMk id="3" creationId="{DBAAF7E0-C0B9-D5B7-B9DA-D45DA62EC15F}"/>
          </ac:picMkLst>
        </pc:picChg>
        <pc:picChg chg="del">
          <ac:chgData name="Spirito Eduardo BRSP" userId="a66834e2-69c8-40e7-9e7c-240aa558e63e" providerId="ADAL" clId="{504FD582-DA26-44F5-B4B0-464A04F1014E}" dt="2026-10-22T18:24:46.629" v="44" actId="478"/>
          <ac:picMkLst>
            <pc:docMk/>
            <pc:sldMk cId="0" sldId="267"/>
            <ac:picMk id="28" creationId="{DEFD3123-5B33-07E7-3EE5-E525FB3F9C7E}"/>
          </ac:picMkLst>
        </pc:picChg>
      </pc:sldChg>
      <pc:sldChg chg="addSp delSp mod">
        <pc:chgData name="Spirito Eduardo BRSP" userId="a66834e2-69c8-40e7-9e7c-240aa558e63e" providerId="ADAL" clId="{504FD582-DA26-44F5-B4B0-464A04F1014E}" dt="2026-10-22T18:41:04.288" v="129" actId="22"/>
        <pc:sldMkLst>
          <pc:docMk/>
          <pc:sldMk cId="0" sldId="268"/>
        </pc:sldMkLst>
        <pc:picChg chg="add del">
          <ac:chgData name="Spirito Eduardo BRSP" userId="a66834e2-69c8-40e7-9e7c-240aa558e63e" providerId="ADAL" clId="{504FD582-DA26-44F5-B4B0-464A04F1014E}" dt="2026-10-22T18:41:03.581" v="128" actId="478"/>
          <ac:picMkLst>
            <pc:docMk/>
            <pc:sldMk cId="0" sldId="268"/>
            <ac:picMk id="3" creationId="{4946C0CD-C539-5247-D9DB-FA488066CF1B}"/>
          </ac:picMkLst>
        </pc:picChg>
        <pc:picChg chg="add">
          <ac:chgData name="Spirito Eduardo BRSP" userId="a66834e2-69c8-40e7-9e7c-240aa558e63e" providerId="ADAL" clId="{504FD582-DA26-44F5-B4B0-464A04F1014E}" dt="2026-10-22T18:41:04.288" v="129" actId="22"/>
          <ac:picMkLst>
            <pc:docMk/>
            <pc:sldMk cId="0" sldId="268"/>
            <ac:picMk id="4" creationId="{6FA0FD0F-7D41-3FBD-28D9-8F33D0199D34}"/>
          </ac:picMkLst>
        </pc:picChg>
        <pc:picChg chg="del">
          <ac:chgData name="Spirito Eduardo BRSP" userId="a66834e2-69c8-40e7-9e7c-240aa558e63e" providerId="ADAL" clId="{504FD582-DA26-44F5-B4B0-464A04F1014E}" dt="2026-10-22T18:29:22.554" v="81" actId="478"/>
          <ac:picMkLst>
            <pc:docMk/>
            <pc:sldMk cId="0" sldId="268"/>
            <ac:picMk id="28" creationId="{19970B03-E1C0-4E1E-D82F-F9AEAB4C0B8C}"/>
          </ac:picMkLst>
        </pc:picChg>
      </pc:sldChg>
      <pc:sldChg chg="addSp delSp mod">
        <pc:chgData name="Spirito Eduardo BRSP" userId="a66834e2-69c8-40e7-9e7c-240aa558e63e" providerId="ADAL" clId="{504FD582-DA26-44F5-B4B0-464A04F1014E}" dt="2026-10-22T18:24:52.361" v="47" actId="22"/>
        <pc:sldMkLst>
          <pc:docMk/>
          <pc:sldMk cId="0" sldId="269"/>
        </pc:sldMkLst>
        <pc:picChg chg="add">
          <ac:chgData name="Spirito Eduardo BRSP" userId="a66834e2-69c8-40e7-9e7c-240aa558e63e" providerId="ADAL" clId="{504FD582-DA26-44F5-B4B0-464A04F1014E}" dt="2026-10-22T18:24:52.361" v="47" actId="22"/>
          <ac:picMkLst>
            <pc:docMk/>
            <pc:sldMk cId="0" sldId="269"/>
            <ac:picMk id="3" creationId="{59518E9D-4793-E468-D5C8-3D09B8C655C5}"/>
          </ac:picMkLst>
        </pc:picChg>
        <pc:picChg chg="del">
          <ac:chgData name="Spirito Eduardo BRSP" userId="a66834e2-69c8-40e7-9e7c-240aa558e63e" providerId="ADAL" clId="{504FD582-DA26-44F5-B4B0-464A04F1014E}" dt="2026-10-22T18:24:51.387" v="46" actId="478"/>
          <ac:picMkLst>
            <pc:docMk/>
            <pc:sldMk cId="0" sldId="269"/>
            <ac:picMk id="23" creationId="{168564CB-F869-3DBF-A885-EBBD7738FF49}"/>
          </ac:picMkLst>
        </pc:picChg>
      </pc:sldChg>
      <pc:sldChg chg="addSp delSp mod">
        <pc:chgData name="Spirito Eduardo BRSP" userId="a66834e2-69c8-40e7-9e7c-240aa558e63e" providerId="ADAL" clId="{504FD582-DA26-44F5-B4B0-464A04F1014E}" dt="2026-10-22T18:24:56.156" v="49" actId="22"/>
        <pc:sldMkLst>
          <pc:docMk/>
          <pc:sldMk cId="0" sldId="270"/>
        </pc:sldMkLst>
        <pc:picChg chg="add">
          <ac:chgData name="Spirito Eduardo BRSP" userId="a66834e2-69c8-40e7-9e7c-240aa558e63e" providerId="ADAL" clId="{504FD582-DA26-44F5-B4B0-464A04F1014E}" dt="2026-10-22T18:24:56.156" v="49" actId="22"/>
          <ac:picMkLst>
            <pc:docMk/>
            <pc:sldMk cId="0" sldId="270"/>
            <ac:picMk id="3" creationId="{DBB9C35C-406E-9D62-D6AB-5033BA8DE0D0}"/>
          </ac:picMkLst>
        </pc:picChg>
        <pc:picChg chg="del">
          <ac:chgData name="Spirito Eduardo BRSP" userId="a66834e2-69c8-40e7-9e7c-240aa558e63e" providerId="ADAL" clId="{504FD582-DA26-44F5-B4B0-464A04F1014E}" dt="2026-10-22T18:24:55.496" v="48" actId="478"/>
          <ac:picMkLst>
            <pc:docMk/>
            <pc:sldMk cId="0" sldId="270"/>
            <ac:picMk id="31" creationId="{5D83773B-4FE7-D2F8-86B7-D43CE83D0696}"/>
          </ac:picMkLst>
        </pc:picChg>
      </pc:sldChg>
      <pc:sldChg chg="addSp delSp mod">
        <pc:chgData name="Spirito Eduardo BRSP" userId="a66834e2-69c8-40e7-9e7c-240aa558e63e" providerId="ADAL" clId="{504FD582-DA26-44F5-B4B0-464A04F1014E}" dt="2026-10-22T18:25:00.410" v="51" actId="22"/>
        <pc:sldMkLst>
          <pc:docMk/>
          <pc:sldMk cId="0" sldId="271"/>
        </pc:sldMkLst>
        <pc:picChg chg="add">
          <ac:chgData name="Spirito Eduardo BRSP" userId="a66834e2-69c8-40e7-9e7c-240aa558e63e" providerId="ADAL" clId="{504FD582-DA26-44F5-B4B0-464A04F1014E}" dt="2026-10-22T18:25:00.410" v="51" actId="22"/>
          <ac:picMkLst>
            <pc:docMk/>
            <pc:sldMk cId="0" sldId="271"/>
            <ac:picMk id="3" creationId="{B1DF42E2-2FB2-9828-10C5-97EFA0A1C70A}"/>
          </ac:picMkLst>
        </pc:picChg>
        <pc:picChg chg="del">
          <ac:chgData name="Spirito Eduardo BRSP" userId="a66834e2-69c8-40e7-9e7c-240aa558e63e" providerId="ADAL" clId="{504FD582-DA26-44F5-B4B0-464A04F1014E}" dt="2026-10-22T18:24:59.780" v="50" actId="478"/>
          <ac:picMkLst>
            <pc:docMk/>
            <pc:sldMk cId="0" sldId="271"/>
            <ac:picMk id="32" creationId="{7DCD4979-EBB2-FC50-0B5E-08758840AAAA}"/>
          </ac:picMkLst>
        </pc:picChg>
      </pc:sldChg>
      <pc:sldChg chg="addSp delSp mod">
        <pc:chgData name="Spirito Eduardo BRSP" userId="a66834e2-69c8-40e7-9e7c-240aa558e63e" providerId="ADAL" clId="{504FD582-DA26-44F5-B4B0-464A04F1014E}" dt="2026-10-22T18:25:03.626" v="53" actId="22"/>
        <pc:sldMkLst>
          <pc:docMk/>
          <pc:sldMk cId="0" sldId="272"/>
        </pc:sldMkLst>
        <pc:picChg chg="add">
          <ac:chgData name="Spirito Eduardo BRSP" userId="a66834e2-69c8-40e7-9e7c-240aa558e63e" providerId="ADAL" clId="{504FD582-DA26-44F5-B4B0-464A04F1014E}" dt="2026-10-22T18:25:03.626" v="53" actId="22"/>
          <ac:picMkLst>
            <pc:docMk/>
            <pc:sldMk cId="0" sldId="272"/>
            <ac:picMk id="3" creationId="{36B532D4-30B4-3B6E-5D98-9A42D9748499}"/>
          </ac:picMkLst>
        </pc:picChg>
        <pc:picChg chg="del">
          <ac:chgData name="Spirito Eduardo BRSP" userId="a66834e2-69c8-40e7-9e7c-240aa558e63e" providerId="ADAL" clId="{504FD582-DA26-44F5-B4B0-464A04F1014E}" dt="2026-10-22T18:25:02.998" v="52" actId="478"/>
          <ac:picMkLst>
            <pc:docMk/>
            <pc:sldMk cId="0" sldId="272"/>
            <ac:picMk id="32" creationId="{6A3393EB-84A7-579D-3045-46A2B4B00C67}"/>
          </ac:picMkLst>
        </pc:picChg>
      </pc:sldChg>
      <pc:sldChg chg="addSp delSp mod">
        <pc:chgData name="Spirito Eduardo BRSP" userId="a66834e2-69c8-40e7-9e7c-240aa558e63e" providerId="ADAL" clId="{504FD582-DA26-44F5-B4B0-464A04F1014E}" dt="2026-10-22T18:25:07.722" v="55" actId="22"/>
        <pc:sldMkLst>
          <pc:docMk/>
          <pc:sldMk cId="0" sldId="273"/>
        </pc:sldMkLst>
        <pc:picChg chg="add">
          <ac:chgData name="Spirito Eduardo BRSP" userId="a66834e2-69c8-40e7-9e7c-240aa558e63e" providerId="ADAL" clId="{504FD582-DA26-44F5-B4B0-464A04F1014E}" dt="2026-10-22T18:25:07.722" v="55" actId="22"/>
          <ac:picMkLst>
            <pc:docMk/>
            <pc:sldMk cId="0" sldId="273"/>
            <ac:picMk id="3" creationId="{FBD052F9-BD4C-2D1C-73AE-D0D64FD6034E}"/>
          </ac:picMkLst>
        </pc:picChg>
        <pc:picChg chg="del">
          <ac:chgData name="Spirito Eduardo BRSP" userId="a66834e2-69c8-40e7-9e7c-240aa558e63e" providerId="ADAL" clId="{504FD582-DA26-44F5-B4B0-464A04F1014E}" dt="2026-10-22T18:25:07.078" v="54" actId="478"/>
          <ac:picMkLst>
            <pc:docMk/>
            <pc:sldMk cId="0" sldId="273"/>
            <ac:picMk id="28" creationId="{BC89E2C2-D57A-DCA6-17CA-3A3F4E04841B}"/>
          </ac:picMkLst>
        </pc:picChg>
      </pc:sldChg>
      <pc:sldChg chg="addSp delSp mod">
        <pc:chgData name="Spirito Eduardo BRSP" userId="a66834e2-69c8-40e7-9e7c-240aa558e63e" providerId="ADAL" clId="{504FD582-DA26-44F5-B4B0-464A04F1014E}" dt="2026-10-22T18:41:10.341" v="131" actId="22"/>
        <pc:sldMkLst>
          <pc:docMk/>
          <pc:sldMk cId="0" sldId="274"/>
        </pc:sldMkLst>
        <pc:picChg chg="add del">
          <ac:chgData name="Spirito Eduardo BRSP" userId="a66834e2-69c8-40e7-9e7c-240aa558e63e" providerId="ADAL" clId="{504FD582-DA26-44F5-B4B0-464A04F1014E}" dt="2026-10-22T18:25:18.950" v="58" actId="22"/>
          <ac:picMkLst>
            <pc:docMk/>
            <pc:sldMk cId="0" sldId="274"/>
            <ac:picMk id="3" creationId="{46BFDD27-A875-A5A6-E84C-189100DB36CD}"/>
          </ac:picMkLst>
        </pc:picChg>
        <pc:picChg chg="add">
          <ac:chgData name="Spirito Eduardo BRSP" userId="a66834e2-69c8-40e7-9e7c-240aa558e63e" providerId="ADAL" clId="{504FD582-DA26-44F5-B4B0-464A04F1014E}" dt="2026-10-22T18:41:10.341" v="131" actId="22"/>
          <ac:picMkLst>
            <pc:docMk/>
            <pc:sldMk cId="0" sldId="274"/>
            <ac:picMk id="3" creationId="{A347084D-B94A-5CF6-98A7-90F86B84CE5D}"/>
          </ac:picMkLst>
        </pc:picChg>
        <pc:picChg chg="add del">
          <ac:chgData name="Spirito Eduardo BRSP" userId="a66834e2-69c8-40e7-9e7c-240aa558e63e" providerId="ADAL" clId="{504FD582-DA26-44F5-B4B0-464A04F1014E}" dt="2026-10-22T18:41:09.681" v="130" actId="478"/>
          <ac:picMkLst>
            <pc:docMk/>
            <pc:sldMk cId="0" sldId="274"/>
            <ac:picMk id="5" creationId="{02CB58C6-7FA6-D4AC-5790-6D4CD038BEB1}"/>
          </ac:picMkLst>
        </pc:picChg>
        <pc:picChg chg="add del">
          <ac:chgData name="Spirito Eduardo BRSP" userId="a66834e2-69c8-40e7-9e7c-240aa558e63e" providerId="ADAL" clId="{504FD582-DA26-44F5-B4B0-464A04F1014E}" dt="2026-10-22T18:29:27.700" v="83" actId="478"/>
          <ac:picMkLst>
            <pc:docMk/>
            <pc:sldMk cId="0" sldId="274"/>
            <ac:picMk id="17" creationId="{4B208C81-9322-DB66-2150-916E7BDCFDE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E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275320" y="402336"/>
            <a:ext cx="32369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DDF1E9"/>
                </a:solidFill>
                <a:latin typeface="Aptos"/>
              </a:defRPr>
            </a:pPr>
            <a:r>
              <a:t>VISÃO DO PRODUTO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850392"/>
            <a:ext cx="11000232" cy="16459"/>
          </a:xfrm>
          <a:prstGeom prst="rect">
            <a:avLst/>
          </a:prstGeom>
          <a:solidFill>
            <a:srgbClr val="335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6400800" cy="173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830" b="1">
                <a:solidFill>
                  <a:srgbClr val="DDF1E9"/>
                </a:solidFill>
                <a:latin typeface="Aptos"/>
              </a:defRPr>
            </a:pPr>
            <a:r>
              <a:t>AGENDAZEN  /  APRESENTAÇÃO COMERCIAL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8309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DDF1E9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868680"/>
            <a:ext cx="4434840" cy="5559552"/>
          </a:xfrm>
          <a:prstGeom prst="rect">
            <a:avLst/>
          </a:prstGeom>
          <a:solidFill>
            <a:srgbClr val="164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" y="1389888"/>
            <a:ext cx="7498079" cy="1883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3700" b="1">
                <a:solidFill>
                  <a:srgbClr val="FFFFFF"/>
                </a:solidFill>
                <a:latin typeface="Aptos"/>
              </a:defRPr>
            </a:pPr>
            <a:r>
              <a:rPr dirty="0"/>
              <a:t>A </a:t>
            </a:r>
            <a:r>
              <a:rPr dirty="0" err="1"/>
              <a:t>clínica</a:t>
            </a:r>
            <a:r>
              <a:rPr dirty="0"/>
              <a:t> </a:t>
            </a:r>
            <a:r>
              <a:rPr dirty="0" err="1"/>
              <a:t>organizada</a:t>
            </a:r>
            <a:r>
              <a:rPr dirty="0"/>
              <a:t>.</a:t>
            </a:r>
          </a:p>
          <a:p>
            <a:pPr>
              <a:spcAft>
                <a:spcPts val="0"/>
              </a:spcAft>
              <a:defRPr sz="3700" b="1">
                <a:solidFill>
                  <a:srgbClr val="FFFFFF"/>
                </a:solidFill>
                <a:latin typeface="Aptos"/>
              </a:defRPr>
            </a:pPr>
            <a:r>
              <a:rPr dirty="0"/>
              <a:t>O </a:t>
            </a:r>
            <a:r>
              <a:rPr dirty="0" err="1"/>
              <a:t>cuidado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primeiro</a:t>
            </a:r>
            <a:r>
              <a:rPr dirty="0"/>
              <a:t> </a:t>
            </a:r>
            <a:r>
              <a:rPr dirty="0" err="1"/>
              <a:t>lugar</a:t>
            </a:r>
            <a:r>
              <a:rPr dirty="0"/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3813048"/>
            <a:ext cx="6629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DDF1E9"/>
                </a:solidFill>
                <a:latin typeface="Aptos"/>
              </a:defRPr>
            </a:pPr>
            <a:r>
              <a:t>Agenda, prontuário e gestão em uma experiência pensada para fisioterapia e acupuntura.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5321808"/>
            <a:ext cx="5394960" cy="530352"/>
          </a:xfrm>
          <a:prstGeom prst="roundRect">
            <a:avLst>
              <a:gd name="adj" fmla="val 13000"/>
            </a:avLst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5256" y="5468112"/>
            <a:ext cx="5029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102E38"/>
                </a:solidFill>
                <a:latin typeface="Aptos"/>
              </a:defRPr>
            </a:pPr>
            <a:r>
              <a:t>APRESENTAÇÃO COMERCIAL  •  CONCEITO DE PRODUTO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FC860388-BBD8-01CC-9F9A-64692881F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3024" y="1936808"/>
            <a:ext cx="3645087" cy="2673487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0B30FE8D-B4A9-B816-1B32-8B8690EAC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43" y="98138"/>
            <a:ext cx="1026000" cy="748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275320" y="402336"/>
            <a:ext cx="32369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5C7178"/>
                </a:solidFill>
                <a:latin typeface="Aptos"/>
              </a:defRPr>
            </a:pPr>
            <a:r>
              <a:t>CONTEXTO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850392"/>
            <a:ext cx="11000232" cy="16459"/>
          </a:xfrm>
          <a:prstGeom prst="rect">
            <a:avLst/>
          </a:prstGeom>
          <a:solidFill>
            <a:srgbClr val="DCE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6400800" cy="173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830" b="1">
                <a:solidFill>
                  <a:srgbClr val="5C7178"/>
                </a:solidFill>
                <a:latin typeface="Aptos"/>
              </a:defRPr>
            </a:pPr>
            <a:r>
              <a:t>AGENDAZEN  /  APRESENTAÇÃO COMERCIAL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8309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5C717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060704"/>
            <a:ext cx="1088136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167C82"/>
                </a:solidFill>
                <a:latin typeface="Aptos"/>
              </a:defRPr>
            </a:pPr>
            <a:r>
              <a:t>O CENÁRIO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426464"/>
            <a:ext cx="10881360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102E38"/>
                </a:solidFill>
                <a:latin typeface="Aptos"/>
              </a:defRPr>
            </a:pPr>
            <a:r>
              <a:t>Seu tempo deve estar com o paciente.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2350008"/>
            <a:ext cx="10789920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C7178"/>
                </a:solidFill>
                <a:latin typeface="Aptos"/>
              </a:defRPr>
            </a:pPr>
            <a:r>
              <a:t>Quando a operação depende de ferramentas isoladas, acompanhar toda a jornada de atendimento se torna mais difícil.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" y="3273552"/>
            <a:ext cx="3593592" cy="233172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3456432"/>
            <a:ext cx="313639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67C8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877056"/>
            <a:ext cx="3136392" cy="57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102E38"/>
                </a:solidFill>
                <a:latin typeface="Aptos"/>
              </a:defRPr>
            </a:pPr>
            <a:r>
              <a:t>Agendas dispersas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544568"/>
            <a:ext cx="3136392" cy="9143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C7178"/>
                </a:solidFill>
                <a:latin typeface="Aptos"/>
              </a:defRPr>
            </a:pPr>
            <a:r>
              <a:t>Horários, encaixes e profissionais sem uma visão central.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98848" y="3273552"/>
            <a:ext cx="3593592" cy="233172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27448" y="3456432"/>
            <a:ext cx="313639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67C8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7448" y="3877056"/>
            <a:ext cx="3136392" cy="57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102E38"/>
                </a:solidFill>
                <a:latin typeface="Aptos"/>
              </a:defRPr>
            </a:pPr>
            <a:r>
              <a:t>Histórico fragmentado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7448" y="4544568"/>
            <a:ext cx="3136392" cy="9143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C7178"/>
                </a:solidFill>
                <a:latin typeface="Aptos"/>
              </a:defRPr>
            </a:pPr>
            <a:r>
              <a:t>Registros clínicos e tratamentos difíceis de consultar.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30184" y="3273552"/>
            <a:ext cx="3593592" cy="233172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58784" y="3456432"/>
            <a:ext cx="313639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67C8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58784" y="3877056"/>
            <a:ext cx="3136392" cy="57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102E38"/>
                </a:solidFill>
                <a:latin typeface="Aptos"/>
              </a:defRPr>
            </a:pPr>
            <a:r>
              <a:t>Financeiro separado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58784" y="4544568"/>
            <a:ext cx="3136392" cy="9143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C7178"/>
                </a:solidFill>
                <a:latin typeface="Aptos"/>
              </a:defRPr>
            </a:pPr>
            <a:r>
              <a:t>Cobranças, pacotes e convênios sem conexão com as sessões.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A5F92FE-2B35-B04B-351F-2BE3E57AA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87" y="46544"/>
            <a:ext cx="1024805" cy="7444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E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275320" y="402336"/>
            <a:ext cx="32369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DDF1E9"/>
                </a:solidFill>
                <a:latin typeface="Aptos"/>
              </a:defRPr>
            </a:pPr>
            <a:r>
              <a:t>PROPOSTA DE VALOR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850392"/>
            <a:ext cx="11000232" cy="16459"/>
          </a:xfrm>
          <a:prstGeom prst="rect">
            <a:avLst/>
          </a:prstGeom>
          <a:solidFill>
            <a:srgbClr val="335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6400800" cy="173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830" b="1">
                <a:solidFill>
                  <a:srgbClr val="DDF1E9"/>
                </a:solidFill>
                <a:latin typeface="Aptos"/>
              </a:defRPr>
            </a:pPr>
            <a:r>
              <a:t>AGENDAZEN  /  APRESENTAÇÃO COMERCIAL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8309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DDF1E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060704"/>
            <a:ext cx="1088136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52B788"/>
                </a:solidFill>
                <a:latin typeface="Aptos"/>
              </a:defRPr>
            </a:pPr>
            <a:r>
              <a:t>A PROPOSTA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426464"/>
            <a:ext cx="10881360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Uma plataforma para acompanhar toda a jornada.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2350008"/>
            <a:ext cx="10789920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DDF1E9"/>
                </a:solidFill>
                <a:latin typeface="Aptos"/>
              </a:defRPr>
            </a:pPr>
            <a:r>
              <a:t>Do primeiro contato ao acompanhamento clínico e financeiro.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" y="3218688"/>
            <a:ext cx="694944" cy="694944"/>
          </a:xfrm>
          <a:prstGeom prst="ellipse">
            <a:avLst/>
          </a:prstGeom>
          <a:solidFill>
            <a:srgbClr val="245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419856"/>
            <a:ext cx="4389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160520"/>
            <a:ext cx="2048256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Cadastro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08760" y="3575304"/>
            <a:ext cx="1280160" cy="30175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008376" y="3218688"/>
            <a:ext cx="694944" cy="694944"/>
          </a:xfrm>
          <a:prstGeom prst="ellipse">
            <a:avLst/>
          </a:prstGeom>
          <a:solidFill>
            <a:srgbClr val="245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136392" y="3419856"/>
            <a:ext cx="4389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4160520"/>
            <a:ext cx="2048256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Agendamento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22191" y="3575304"/>
            <a:ext cx="1280160" cy="30175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321807" y="3218688"/>
            <a:ext cx="694944" cy="694944"/>
          </a:xfrm>
          <a:prstGeom prst="ellipse">
            <a:avLst/>
          </a:prstGeom>
          <a:solidFill>
            <a:srgbClr val="245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49823" y="3419856"/>
            <a:ext cx="4389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1" y="4160520"/>
            <a:ext cx="2048256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Atendimento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35623" y="3575304"/>
            <a:ext cx="1280160" cy="30175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635240" y="3218688"/>
            <a:ext cx="694944" cy="694944"/>
          </a:xfrm>
          <a:prstGeom prst="ellipse">
            <a:avLst/>
          </a:prstGeom>
          <a:solidFill>
            <a:srgbClr val="245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63256" y="3419856"/>
            <a:ext cx="4389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98664" y="4160520"/>
            <a:ext cx="2048256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Evolução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49056" y="3575304"/>
            <a:ext cx="1280160" cy="30175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948672" y="3218688"/>
            <a:ext cx="694944" cy="694944"/>
          </a:xfrm>
          <a:prstGeom prst="ellipse">
            <a:avLst/>
          </a:prstGeom>
          <a:solidFill>
            <a:srgbClr val="245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76688" y="3419856"/>
            <a:ext cx="4389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12096" y="4160520"/>
            <a:ext cx="2048256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Gestão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" y="5623560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DDF1E9"/>
                </a:solidFill>
                <a:latin typeface="Aptos"/>
              </a:defRPr>
            </a:pPr>
            <a:r>
              <a:t>Uma experiência conectada para equipes, profissionais autônomos e pacientes.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7AB2DB9-4333-2250-0DF8-3B0E17DCB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43" y="98139"/>
            <a:ext cx="918000" cy="66935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275320" y="402336"/>
            <a:ext cx="32369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5C7178"/>
                </a:solidFill>
                <a:latin typeface="Aptos"/>
              </a:defRPr>
            </a:pPr>
            <a:r>
              <a:t>VISÃO GERAL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850392"/>
            <a:ext cx="11000232" cy="16459"/>
          </a:xfrm>
          <a:prstGeom prst="rect">
            <a:avLst/>
          </a:prstGeom>
          <a:solidFill>
            <a:srgbClr val="DCE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6400800" cy="173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830" b="1">
                <a:solidFill>
                  <a:srgbClr val="5C7178"/>
                </a:solidFill>
                <a:latin typeface="Aptos"/>
              </a:defRPr>
            </a:pPr>
            <a:r>
              <a:t>AGENDAZEN  /  APRESENTAÇÃO COMERCIAL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8309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5C717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060704"/>
            <a:ext cx="1088136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167C82"/>
                </a:solidFill>
                <a:latin typeface="Aptos"/>
              </a:defRPr>
            </a:pPr>
            <a:r>
              <a:t>ECOSSISTEMA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426464"/>
            <a:ext cx="10881360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102E38"/>
                </a:solidFill>
                <a:latin typeface="Aptos"/>
              </a:defRPr>
            </a:pPr>
            <a:r>
              <a:t>Os pilares do AgendaZen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" y="2167128"/>
            <a:ext cx="3602736" cy="17099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77824" y="2377440"/>
            <a:ext cx="73152" cy="43891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2359152"/>
            <a:ext cx="2916936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102E38"/>
                </a:solidFill>
                <a:latin typeface="Aptos"/>
              </a:defRPr>
            </a:pPr>
            <a:r>
              <a:t>Agenda inteligente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871216"/>
            <a:ext cx="290779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60" b="0">
                <a:solidFill>
                  <a:srgbClr val="5C7178"/>
                </a:solidFill>
                <a:latin typeface="Aptos"/>
              </a:defRPr>
            </a:pPr>
            <a:r>
              <a:t>Horários públicos, bloqueios internos e encaixes.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07992" y="2167128"/>
            <a:ext cx="3602736" cy="17099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709160" y="2377440"/>
            <a:ext cx="73152" cy="43891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28616" y="2359152"/>
            <a:ext cx="2916936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102E38"/>
                </a:solidFill>
                <a:latin typeface="Aptos"/>
              </a:defRPr>
            </a:pPr>
            <a:r>
              <a:t>Paciente conectado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28616" y="2871216"/>
            <a:ext cx="290779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60" b="0">
                <a:solidFill>
                  <a:srgbClr val="5C7178"/>
                </a:solidFill>
                <a:latin typeface="Aptos"/>
              </a:defRPr>
            </a:pPr>
            <a:r>
              <a:t>Autocadastro e agendamento por link ou QR Code.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39328" y="2167128"/>
            <a:ext cx="3602736" cy="17099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540496" y="2377440"/>
            <a:ext cx="73152" cy="43891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59952" y="2359152"/>
            <a:ext cx="2916936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102E38"/>
                </a:solidFill>
                <a:latin typeface="Aptos"/>
              </a:defRPr>
            </a:pPr>
            <a:r>
              <a:t>Prontuário especializado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59952" y="2871216"/>
            <a:ext cx="290779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60" b="0">
                <a:solidFill>
                  <a:srgbClr val="5C7178"/>
                </a:solidFill>
                <a:latin typeface="Aptos"/>
              </a:defRPr>
            </a:pPr>
            <a:r>
              <a:t>Evoluções e mapas corporais por sessão.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6656" y="4114800"/>
            <a:ext cx="3602736" cy="17099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77824" y="4325112"/>
            <a:ext cx="73152" cy="43891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97280" y="4306824"/>
            <a:ext cx="2916936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102E38"/>
                </a:solidFill>
                <a:latin typeface="Aptos"/>
              </a:defRPr>
            </a:pPr>
            <a:r>
              <a:t>Comercial flexível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818888"/>
            <a:ext cx="290779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60" b="0">
                <a:solidFill>
                  <a:srgbClr val="5C7178"/>
                </a:solidFill>
                <a:latin typeface="Aptos"/>
              </a:defRPr>
            </a:pPr>
            <a:r>
              <a:t>Preços por perfil, pacotes e fidelidade.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07992" y="4114800"/>
            <a:ext cx="3602736" cy="17099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709160" y="4325112"/>
            <a:ext cx="73152" cy="43891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28616" y="4306824"/>
            <a:ext cx="2916936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102E38"/>
                </a:solidFill>
                <a:latin typeface="Aptos"/>
              </a:defRPr>
            </a:pPr>
            <a:r>
              <a:t>Convênios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28616" y="4818888"/>
            <a:ext cx="290779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60" b="0">
                <a:solidFill>
                  <a:srgbClr val="5C7178"/>
                </a:solidFill>
                <a:latin typeface="Aptos"/>
              </a:defRPr>
            </a:pPr>
            <a:r>
              <a:t>Planos, guias, autorizações e sessões.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39328" y="4114800"/>
            <a:ext cx="3602736" cy="17099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540496" y="4325112"/>
            <a:ext cx="73152" cy="43891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759952" y="4306824"/>
            <a:ext cx="2916936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102E38"/>
                </a:solidFill>
                <a:latin typeface="Aptos"/>
              </a:defRPr>
            </a:pPr>
            <a:r>
              <a:t>Gestão financeira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59952" y="4818888"/>
            <a:ext cx="290779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60" b="0">
                <a:solidFill>
                  <a:srgbClr val="5C7178"/>
                </a:solidFill>
                <a:latin typeface="Aptos"/>
              </a:defRPr>
            </a:pPr>
            <a:r>
              <a:t>Receitas, despesas e visão de resultados.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C2F4C0F-F9DE-D0FA-9793-38997160A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87" y="46544"/>
            <a:ext cx="1024805" cy="7444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275320" y="402336"/>
            <a:ext cx="32369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5C7178"/>
                </a:solidFill>
                <a:latin typeface="Aptos"/>
              </a:defRPr>
            </a:pPr>
            <a:r>
              <a:t>AGENDAMENTO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850392"/>
            <a:ext cx="11000232" cy="16459"/>
          </a:xfrm>
          <a:prstGeom prst="rect">
            <a:avLst/>
          </a:prstGeom>
          <a:solidFill>
            <a:srgbClr val="DCE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6400800" cy="173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830" b="1">
                <a:solidFill>
                  <a:srgbClr val="5C7178"/>
                </a:solidFill>
                <a:latin typeface="Aptos"/>
              </a:defRPr>
            </a:pPr>
            <a:r>
              <a:t>AGENDAZEN  /  APRESENTAÇÃO COMERCIAL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8309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5C717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060704"/>
            <a:ext cx="1088136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167C82"/>
                </a:solidFill>
                <a:latin typeface="Aptos"/>
              </a:defRPr>
            </a:pPr>
            <a:r>
              <a:t>AGENDA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426464"/>
            <a:ext cx="10881360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102E38"/>
                </a:solidFill>
                <a:latin typeface="Aptos"/>
              </a:defRPr>
            </a:pPr>
            <a:r>
              <a:t>Organização que respeita a rotina clínica.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2350008"/>
            <a:ext cx="10789920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C7178"/>
                </a:solidFill>
                <a:latin typeface="Aptos"/>
              </a:defRPr>
            </a:pPr>
            <a:r>
              <a:t>Configure a disponibilidade por profissional e defina o que o paciente pode visualizar.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" y="3246120"/>
            <a:ext cx="3593592" cy="233172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3429000"/>
            <a:ext cx="313639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67C82"/>
                </a:solidFill>
                <a:latin typeface="Aptos"/>
              </a:defRPr>
            </a:pPr>
            <a:r>
              <a:t>PUBLICAR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849624"/>
            <a:ext cx="3136392" cy="57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102E38"/>
                </a:solidFill>
                <a:latin typeface="Aptos"/>
              </a:defRPr>
            </a:pPr>
            <a:r>
              <a:t>Horários abertos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517136"/>
            <a:ext cx="3136392" cy="9143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C7178"/>
                </a:solidFill>
                <a:latin typeface="Aptos"/>
              </a:defRPr>
            </a:pPr>
            <a:r>
              <a:t>Disponíveis para agendamento online.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98848" y="3246120"/>
            <a:ext cx="3593592" cy="233172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27448" y="3429000"/>
            <a:ext cx="313639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67C82"/>
                </a:solidFill>
                <a:latin typeface="Aptos"/>
              </a:defRPr>
            </a:pPr>
            <a:r>
              <a:t>RESERVAR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7448" y="3849624"/>
            <a:ext cx="3136392" cy="57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102E38"/>
                </a:solidFill>
                <a:latin typeface="Aptos"/>
              </a:defRPr>
            </a:pPr>
            <a:r>
              <a:t>Horários internos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7448" y="4517136"/>
            <a:ext cx="3136392" cy="9143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C7178"/>
                </a:solidFill>
                <a:latin typeface="Aptos"/>
              </a:defRPr>
            </a:pPr>
            <a:r>
              <a:t>Ocultos para o paciente e úteis para encaixes.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30184" y="3246120"/>
            <a:ext cx="3593592" cy="233172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58784" y="3429000"/>
            <a:ext cx="313639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67C82"/>
                </a:solidFill>
                <a:latin typeface="Aptos"/>
              </a:defRPr>
            </a:pPr>
            <a:r>
              <a:t>BLOQUEAR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58784" y="3849624"/>
            <a:ext cx="3136392" cy="57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102E38"/>
                </a:solidFill>
                <a:latin typeface="Aptos"/>
              </a:defRPr>
            </a:pPr>
            <a:r>
              <a:t>Ausências e pausas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58784" y="4517136"/>
            <a:ext cx="3136392" cy="9143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C7178"/>
                </a:solidFill>
                <a:latin typeface="Aptos"/>
              </a:defRPr>
            </a:pPr>
            <a:r>
              <a:t>Férias, feriados, intervalos e imprevistos.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1D67C23-0C83-A07E-899E-DF18692C1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87" y="46544"/>
            <a:ext cx="1024805" cy="7444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275320" y="402336"/>
            <a:ext cx="32369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5C7178"/>
                </a:solidFill>
                <a:latin typeface="Aptos"/>
              </a:defRPr>
            </a:pPr>
            <a:r>
              <a:t>EXPERIÊNCIA DO PACIENTE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850392"/>
            <a:ext cx="11000232" cy="16459"/>
          </a:xfrm>
          <a:prstGeom prst="rect">
            <a:avLst/>
          </a:prstGeom>
          <a:solidFill>
            <a:srgbClr val="DCE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6400800" cy="173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830" b="1">
                <a:solidFill>
                  <a:srgbClr val="5C7178"/>
                </a:solidFill>
                <a:latin typeface="Aptos"/>
              </a:defRPr>
            </a:pPr>
            <a:r>
              <a:t>AGENDAZEN  /  APRESENTAÇÃO COMERCIAL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8309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5C7178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060704"/>
            <a:ext cx="1088136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167C82"/>
                </a:solidFill>
                <a:latin typeface="Aptos"/>
              </a:defRPr>
            </a:pPr>
            <a:r>
              <a:t>CONVENIÊNCIA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426464"/>
            <a:ext cx="10881360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102E38"/>
                </a:solidFill>
                <a:latin typeface="Aptos"/>
              </a:defRPr>
            </a:pPr>
            <a:r>
              <a:t>Do QR Code ao horário confirmado.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2350008"/>
            <a:ext cx="10789920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C7178"/>
                </a:solidFill>
                <a:latin typeface="Aptos"/>
              </a:defRPr>
            </a:pPr>
            <a:r>
              <a:t>Uma jornada digital simples, com visualização apenas dos horários liberados pela clínica.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" y="3035808"/>
            <a:ext cx="2642616" cy="248716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23544" y="3264408"/>
            <a:ext cx="566928" cy="566928"/>
          </a:xfrm>
          <a:prstGeom prst="ellipse">
            <a:avLst/>
          </a:prstGeom>
          <a:solidFill>
            <a:srgbClr val="DD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14983" y="3419856"/>
            <a:ext cx="411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67C8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" y="3995928"/>
            <a:ext cx="228600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102E38"/>
                </a:solidFill>
                <a:latin typeface="Aptos"/>
              </a:defRPr>
            </a:pPr>
            <a:r>
              <a:t>Acessar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" y="4507992"/>
            <a:ext cx="2185416" cy="850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60" b="0">
                <a:solidFill>
                  <a:srgbClr val="5C7178"/>
                </a:solidFill>
                <a:latin typeface="Aptos"/>
              </a:defRPr>
            </a:pPr>
            <a:r>
              <a:t>Escaneia o QR Code ou abre o link da clínica.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57015" y="3035808"/>
            <a:ext cx="2642616" cy="248716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803904" y="3264408"/>
            <a:ext cx="566928" cy="566928"/>
          </a:xfrm>
          <a:prstGeom prst="ellipse">
            <a:avLst/>
          </a:prstGeom>
          <a:solidFill>
            <a:srgbClr val="DD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95344" y="3419856"/>
            <a:ext cx="411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67C8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03904" y="3995928"/>
            <a:ext cx="228600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102E38"/>
                </a:solidFill>
                <a:latin typeface="Aptos"/>
              </a:defRPr>
            </a:pPr>
            <a:r>
              <a:t>Cadastrar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03904" y="4507992"/>
            <a:ext cx="2185416" cy="850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60" b="0">
                <a:solidFill>
                  <a:srgbClr val="5C7178"/>
                </a:solidFill>
                <a:latin typeface="Aptos"/>
              </a:defRPr>
            </a:pPr>
            <a:r>
              <a:t>Preenche seus dados e aceita os termos aplicáveis.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37376" y="3035808"/>
            <a:ext cx="2642616" cy="248716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684264" y="3264408"/>
            <a:ext cx="566928" cy="566928"/>
          </a:xfrm>
          <a:prstGeom prst="ellipse">
            <a:avLst/>
          </a:prstGeom>
          <a:solidFill>
            <a:srgbClr val="DD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75704" y="3419856"/>
            <a:ext cx="411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67C8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84264" y="3995928"/>
            <a:ext cx="228600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102E38"/>
                </a:solidFill>
                <a:latin typeface="Aptos"/>
              </a:defRPr>
            </a:pPr>
            <a:r>
              <a:t>Escolher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84264" y="4507992"/>
            <a:ext cx="2185416" cy="850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60" b="0">
                <a:solidFill>
                  <a:srgbClr val="5C7178"/>
                </a:solidFill>
                <a:latin typeface="Aptos"/>
              </a:defRPr>
            </a:pPr>
            <a:r>
              <a:t>Visualiza dias e horários disponíveis.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17736" y="3035808"/>
            <a:ext cx="2642616" cy="248716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564624" y="3264408"/>
            <a:ext cx="566928" cy="566928"/>
          </a:xfrm>
          <a:prstGeom prst="ellipse">
            <a:avLst/>
          </a:prstGeom>
          <a:solidFill>
            <a:srgbClr val="DD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56063" y="3419856"/>
            <a:ext cx="411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67C8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64624" y="3995928"/>
            <a:ext cx="228600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102E38"/>
                </a:solidFill>
                <a:latin typeface="Aptos"/>
              </a:defRPr>
            </a:pPr>
            <a:r>
              <a:t>Acompanhar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64624" y="4507992"/>
            <a:ext cx="2185416" cy="850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60" b="0">
                <a:solidFill>
                  <a:srgbClr val="5C7178"/>
                </a:solidFill>
                <a:latin typeface="Aptos"/>
              </a:defRPr>
            </a:pPr>
            <a:r>
              <a:t>Consulta seus agendamentos e saldo de sessões.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7056AC6-CA54-342D-4682-944B38DDD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87" y="46544"/>
            <a:ext cx="1024805" cy="7444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275320" y="402336"/>
            <a:ext cx="32369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5C7178"/>
                </a:solidFill>
                <a:latin typeface="Aptos"/>
              </a:defRPr>
            </a:pPr>
            <a:r>
              <a:t>GESTÃO CLÍNICA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850392"/>
            <a:ext cx="11000232" cy="16459"/>
          </a:xfrm>
          <a:prstGeom prst="rect">
            <a:avLst/>
          </a:prstGeom>
          <a:solidFill>
            <a:srgbClr val="DCE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6400800" cy="173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830" b="1">
                <a:solidFill>
                  <a:srgbClr val="5C7178"/>
                </a:solidFill>
                <a:latin typeface="Aptos"/>
              </a:defRPr>
            </a:pPr>
            <a:r>
              <a:t>AGENDAZEN  /  APRESENTAÇÃO COMERCIAL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8309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5C7178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060704"/>
            <a:ext cx="1088136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167C82"/>
                </a:solidFill>
                <a:latin typeface="Aptos"/>
              </a:defRPr>
            </a:pPr>
            <a:r>
              <a:t>CADASTRO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426464"/>
            <a:ext cx="10881360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102E38"/>
                </a:solidFill>
                <a:latin typeface="Aptos"/>
              </a:defRPr>
            </a:pPr>
            <a:r>
              <a:t>Cada paciente com seu contexto em um só lugar.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2350008"/>
            <a:ext cx="10789920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C7178"/>
                </a:solidFill>
                <a:latin typeface="Aptos"/>
              </a:defRPr>
            </a:pPr>
            <a:r>
              <a:t>Dados, vínculo com convênio, preços personalizados e histórico de atendimentos.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17520"/>
            <a:ext cx="6629400" cy="25420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2" y="3346704"/>
            <a:ext cx="59436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67C82"/>
                </a:solidFill>
                <a:latin typeface="Aptos"/>
              </a:defRPr>
            </a:pPr>
            <a:r>
              <a:t>PERFIL DO PACIENTE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3831336"/>
            <a:ext cx="5806440" cy="1399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02E38"/>
                </a:solidFill>
                <a:latin typeface="Aptos"/>
              </a:defRPr>
            </a:pPr>
            <a:r>
              <a:t>Identificação   •   Contato   •   Documentos</a:t>
            </a:r>
          </a:p>
          <a:p>
            <a:pPr>
              <a:spcAft>
                <a:spcPts val="1000"/>
              </a:spcAft>
              <a:defRPr sz="1900" b="0">
                <a:solidFill>
                  <a:srgbClr val="102E38"/>
                </a:solidFill>
                <a:latin typeface="Aptos"/>
              </a:defRPr>
            </a:pPr>
            <a:r>
              <a:t>Convênio   •   Segmento   •   Agendamentos</a:t>
            </a:r>
          </a:p>
          <a:p>
            <a:pPr>
              <a:spcAft>
                <a:spcPts val="1000"/>
              </a:spcAft>
              <a:defRPr sz="1900" b="0">
                <a:solidFill>
                  <a:srgbClr val="102E38"/>
                </a:solidFill>
                <a:latin typeface="Aptos"/>
              </a:defRPr>
            </a:pPr>
            <a:r>
              <a:t>Pacotes   •   Histórico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6096" y="3017520"/>
            <a:ext cx="3849624" cy="2542032"/>
          </a:xfrm>
          <a:prstGeom prst="roundRect">
            <a:avLst>
              <a:gd name="adj" fmla="val 13000"/>
            </a:avLst>
          </a:prstGeom>
          <a:solidFill>
            <a:srgbClr val="DD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36992" y="3374136"/>
            <a:ext cx="320040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67C82"/>
                </a:solidFill>
                <a:latin typeface="Aptos"/>
              </a:defRPr>
            </a:pPr>
            <a:r>
              <a:t>PERSONALIZAÇÃO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3968496"/>
            <a:ext cx="3063240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102E38"/>
                </a:solidFill>
                <a:latin typeface="Aptos"/>
              </a:defRPr>
            </a:pPr>
            <a:r>
              <a:t>A equipe define o segmento do paciente e o preço aplicável, com registro das alterações.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1108ED2-F526-D8AF-72C9-AC923174B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87" y="46544"/>
            <a:ext cx="1024805" cy="74441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E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275320" y="402336"/>
            <a:ext cx="32369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DDF1E9"/>
                </a:solidFill>
                <a:latin typeface="Aptos"/>
              </a:defRPr>
            </a:pPr>
            <a:r>
              <a:t>PRONTUÁRIO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850392"/>
            <a:ext cx="11000232" cy="16459"/>
          </a:xfrm>
          <a:prstGeom prst="rect">
            <a:avLst/>
          </a:prstGeom>
          <a:solidFill>
            <a:srgbClr val="335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6400800" cy="173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830" b="1">
                <a:solidFill>
                  <a:srgbClr val="DDF1E9"/>
                </a:solidFill>
                <a:latin typeface="Aptos"/>
              </a:defRPr>
            </a:pPr>
            <a:r>
              <a:t>AGENDAZEN  /  APRESENTAÇÃO COMERCIAL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8309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DDF1E9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060704"/>
            <a:ext cx="1088136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52B788"/>
                </a:solidFill>
                <a:latin typeface="Aptos"/>
              </a:defRPr>
            </a:pPr>
            <a:r>
              <a:t>REGISTRO CLÍNICO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426464"/>
            <a:ext cx="10881360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Uma história de cuidado que continua a cada sessão.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2350008"/>
            <a:ext cx="10789920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DDF1E9"/>
                </a:solidFill>
                <a:latin typeface="Aptos"/>
              </a:defRPr>
            </a:pPr>
            <a:r>
              <a:t>Anamnese, evolução e documentos reunidos em ordem cronológica.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" y="2971800"/>
            <a:ext cx="10835640" cy="804672"/>
          </a:xfrm>
          <a:prstGeom prst="roundRect">
            <a:avLst>
              <a:gd name="adj" fmla="val 13000"/>
            </a:avLst>
          </a:prstGeom>
          <a:solidFill>
            <a:srgbClr val="204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32688" y="3136392"/>
            <a:ext cx="420624" cy="420624"/>
          </a:xfrm>
          <a:prstGeom prst="ellipse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0704" y="3227832"/>
            <a:ext cx="192024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102E3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63624" y="3182112"/>
            <a:ext cx="20574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Anamnese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58184" y="3209544"/>
            <a:ext cx="73609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DDF1E9"/>
                </a:solidFill>
                <a:latin typeface="Aptos"/>
              </a:defRPr>
            </a:pPr>
            <a:r>
              <a:t>Queixa principal, histórico e informações relevantes.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" y="3986784"/>
            <a:ext cx="10835640" cy="804672"/>
          </a:xfrm>
          <a:prstGeom prst="roundRect">
            <a:avLst>
              <a:gd name="adj" fmla="val 13000"/>
            </a:avLst>
          </a:prstGeom>
          <a:solidFill>
            <a:srgbClr val="204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32688" y="4151376"/>
            <a:ext cx="420624" cy="420624"/>
          </a:xfrm>
          <a:prstGeom prst="ellipse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60704" y="4242816"/>
            <a:ext cx="192024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102E38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63624" y="4197096"/>
            <a:ext cx="20574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Evolução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58184" y="4224528"/>
            <a:ext cx="73609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DDF1E9"/>
                </a:solidFill>
                <a:latin typeface="Aptos"/>
              </a:defRPr>
            </a:pPr>
            <a:r>
              <a:t>Registros por atendimento e acompanhamento da resposta ao tratamento.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4088" y="5001768"/>
            <a:ext cx="10835640" cy="804672"/>
          </a:xfrm>
          <a:prstGeom prst="roundRect">
            <a:avLst>
              <a:gd name="adj" fmla="val 13000"/>
            </a:avLst>
          </a:prstGeom>
          <a:solidFill>
            <a:srgbClr val="204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32688" y="5166360"/>
            <a:ext cx="420624" cy="420624"/>
          </a:xfrm>
          <a:prstGeom prst="ellipse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0704" y="5257800"/>
            <a:ext cx="192024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102E38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63624" y="5212080"/>
            <a:ext cx="20574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Linha do tempo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58184" y="5239512"/>
            <a:ext cx="73609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DDF1E9"/>
                </a:solidFill>
                <a:latin typeface="Aptos"/>
              </a:defRPr>
            </a:pPr>
            <a:r>
              <a:t>Consulta ao que foi registrado em sessões anteriores.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2841E53-28F7-F88D-9C2E-EA245F766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43" y="98139"/>
            <a:ext cx="918000" cy="66935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275320" y="402336"/>
            <a:ext cx="32369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5C7178"/>
                </a:solidFill>
                <a:latin typeface="Aptos"/>
              </a:defRPr>
            </a:pPr>
            <a:r>
              <a:t>FISIOTERAPIA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850392"/>
            <a:ext cx="11000232" cy="16459"/>
          </a:xfrm>
          <a:prstGeom prst="rect">
            <a:avLst/>
          </a:prstGeom>
          <a:solidFill>
            <a:srgbClr val="DCE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6400800" cy="173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830" b="1">
                <a:solidFill>
                  <a:srgbClr val="5C7178"/>
                </a:solidFill>
                <a:latin typeface="Aptos"/>
              </a:defRPr>
            </a:pPr>
            <a:r>
              <a:t>AGENDAZEN  /  APRESENTAÇÃO COMERCIAL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8309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5C7178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060704"/>
            <a:ext cx="1088136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167C82"/>
                </a:solidFill>
                <a:latin typeface="Aptos"/>
              </a:defRPr>
            </a:pPr>
            <a:r>
              <a:t>ESPECIALIDADE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426464"/>
            <a:ext cx="10881360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102E38"/>
                </a:solidFill>
                <a:latin typeface="Aptos"/>
              </a:defRPr>
            </a:pPr>
            <a:r>
              <a:t>Fisioterapia: enxergar além da anotação.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2350008"/>
            <a:ext cx="10789920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C7178"/>
                </a:solidFill>
                <a:latin typeface="Aptos"/>
              </a:defRPr>
            </a:pPr>
            <a:r>
              <a:t>O mapa corporal conecta o local da queixa ao histórico da evolução clínica.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63240"/>
            <a:ext cx="4617720" cy="2596896"/>
          </a:xfrm>
          <a:prstGeom prst="roundRect">
            <a:avLst>
              <a:gd name="adj" fmla="val 13000"/>
            </a:avLst>
          </a:prstGeom>
          <a:solidFill>
            <a:srgbClr val="DD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359152" y="3429000"/>
            <a:ext cx="1088136" cy="10881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697480" y="3758184"/>
            <a:ext cx="164592" cy="164592"/>
          </a:xfrm>
          <a:prstGeom prst="ellipse">
            <a:avLst/>
          </a:prstGeom>
          <a:solidFill>
            <a:srgbClr val="C99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62456" y="4873752"/>
            <a:ext cx="3291840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167C82"/>
                </a:solidFill>
                <a:latin typeface="Aptos"/>
              </a:defRPr>
            </a:pPr>
            <a:r>
              <a:t>FRENTE   +   COSTAS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14416" y="3063240"/>
            <a:ext cx="5861304" cy="72237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70448" y="3182112"/>
            <a:ext cx="187451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102E38"/>
                </a:solidFill>
                <a:latin typeface="Aptos"/>
              </a:defRPr>
            </a:pPr>
            <a:r>
              <a:t>Marcar regiões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08392" y="3182112"/>
            <a:ext cx="3529584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20" b="0">
                <a:solidFill>
                  <a:srgbClr val="5C7178"/>
                </a:solidFill>
                <a:latin typeface="Aptos"/>
              </a:defRPr>
            </a:pPr>
            <a:r>
              <a:t>Dor, lesão, limitação e observações.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14416" y="3941064"/>
            <a:ext cx="5861304" cy="72237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70448" y="4059936"/>
            <a:ext cx="187451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102E38"/>
                </a:solidFill>
                <a:latin typeface="Aptos"/>
              </a:defRPr>
            </a:pPr>
            <a:r>
              <a:t>Registrar intensidade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08392" y="4059936"/>
            <a:ext cx="3529584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20" b="0">
                <a:solidFill>
                  <a:srgbClr val="5C7178"/>
                </a:solidFill>
                <a:latin typeface="Aptos"/>
              </a:defRPr>
            </a:pPr>
            <a:r>
              <a:t>Lado, data e escala de dor.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14416" y="4818888"/>
            <a:ext cx="5861304" cy="72237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870448" y="4937759"/>
            <a:ext cx="187451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102E38"/>
                </a:solidFill>
                <a:latin typeface="Aptos"/>
              </a:defRPr>
            </a:pPr>
            <a:r>
              <a:t>Comparar sessões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08392" y="4937759"/>
            <a:ext cx="3529584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20" b="0">
                <a:solidFill>
                  <a:srgbClr val="5C7178"/>
                </a:solidFill>
                <a:latin typeface="Aptos"/>
              </a:defRPr>
            </a:pPr>
            <a:r>
              <a:t>Visualizar como as marcações evoluíram.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B74AB00-18C0-EB1D-E030-EA7F3B884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87" y="46544"/>
            <a:ext cx="1024805" cy="7444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275320" y="402336"/>
            <a:ext cx="32369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5C7178"/>
                </a:solidFill>
                <a:latin typeface="Aptos"/>
              </a:defRPr>
            </a:pPr>
            <a:r>
              <a:t>ACUPUNTURA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850392"/>
            <a:ext cx="11000232" cy="16459"/>
          </a:xfrm>
          <a:prstGeom prst="rect">
            <a:avLst/>
          </a:prstGeom>
          <a:solidFill>
            <a:srgbClr val="DCE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6400800" cy="173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830" b="1">
                <a:solidFill>
                  <a:srgbClr val="5C7178"/>
                </a:solidFill>
                <a:latin typeface="Aptos"/>
              </a:defRPr>
            </a:pPr>
            <a:r>
              <a:t>AGENDAZEN  /  APRESENTAÇÃO COMERCIAL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8309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5C717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060704"/>
            <a:ext cx="1088136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167C82"/>
                </a:solidFill>
                <a:latin typeface="Aptos"/>
              </a:defRPr>
            </a:pPr>
            <a:r>
              <a:t>ESPECIALIDADE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426464"/>
            <a:ext cx="10881360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102E38"/>
                </a:solidFill>
                <a:latin typeface="Aptos"/>
              </a:defRPr>
            </a:pPr>
            <a:r>
              <a:t>Acupuntura: cada ponto, cada escolha.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2350008"/>
            <a:ext cx="10789920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C7178"/>
                </a:solidFill>
                <a:latin typeface="Aptos"/>
              </a:defRPr>
            </a:pPr>
            <a:r>
              <a:t>Uma representação visual dos pontos aplicados e das técnicas usadas em cada atendimento.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" y="3218688"/>
            <a:ext cx="3593592" cy="24231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3401568"/>
            <a:ext cx="313639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67C8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822191"/>
            <a:ext cx="3136392" cy="57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102E38"/>
                </a:solidFill>
                <a:latin typeface="Aptos"/>
              </a:defRPr>
            </a:pPr>
            <a:r>
              <a:t>Mapa de pontos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489704"/>
            <a:ext cx="3136392" cy="1005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C7178"/>
                </a:solidFill>
                <a:latin typeface="Aptos"/>
              </a:defRPr>
            </a:pPr>
            <a:r>
              <a:t>Buscar por nome, código ou meridiano.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98848" y="3218688"/>
            <a:ext cx="3593592" cy="24231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27448" y="3401568"/>
            <a:ext cx="313639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67C8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7448" y="3822191"/>
            <a:ext cx="3136392" cy="57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102E38"/>
                </a:solidFill>
                <a:latin typeface="Aptos"/>
              </a:defRPr>
            </a:pPr>
            <a:r>
              <a:t>Detalhe por aplicação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7448" y="4489704"/>
            <a:ext cx="3136392" cy="1005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C7178"/>
                </a:solidFill>
                <a:latin typeface="Aptos"/>
              </a:defRPr>
            </a:pPr>
            <a:r>
              <a:t>Registrar lado, técnica, tempo e observações.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30184" y="3218688"/>
            <a:ext cx="3593592" cy="24231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58784" y="3401568"/>
            <a:ext cx="313639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67C8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58784" y="3822191"/>
            <a:ext cx="3136392" cy="57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102E38"/>
                </a:solidFill>
                <a:latin typeface="Aptos"/>
              </a:defRPr>
            </a:pPr>
            <a:r>
              <a:t>Protocolos reutilizáveis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58784" y="4489704"/>
            <a:ext cx="3136392" cy="1005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C7178"/>
                </a:solidFill>
                <a:latin typeface="Aptos"/>
              </a:defRPr>
            </a:pPr>
            <a:r>
              <a:t>Recuperar condutas e consultar sessões anteriores.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5CFC196-98C7-95D9-1EEC-06D186EA8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87" y="46544"/>
            <a:ext cx="1024805" cy="74441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275320" y="402336"/>
            <a:ext cx="32369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5C7178"/>
                </a:solidFill>
                <a:latin typeface="Aptos"/>
              </a:defRPr>
            </a:pPr>
            <a:r>
              <a:t>MODELO COMERCIAL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850392"/>
            <a:ext cx="11000232" cy="16459"/>
          </a:xfrm>
          <a:prstGeom prst="rect">
            <a:avLst/>
          </a:prstGeom>
          <a:solidFill>
            <a:srgbClr val="DCE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6400800" cy="173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830" b="1">
                <a:solidFill>
                  <a:srgbClr val="5C7178"/>
                </a:solidFill>
                <a:latin typeface="Aptos"/>
              </a:defRPr>
            </a:pPr>
            <a:r>
              <a:t>AGENDAZEN  /  APRESENTAÇÃO COMERCIAL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8309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5C7178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060704"/>
            <a:ext cx="1088136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167C82"/>
                </a:solidFill>
                <a:latin typeface="Aptos"/>
              </a:defRPr>
            </a:pPr>
            <a:r>
              <a:t>PRECIFICAÇÃO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426464"/>
            <a:ext cx="10881360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102E38"/>
                </a:solidFill>
                <a:latin typeface="Aptos"/>
              </a:defRPr>
            </a:pPr>
            <a:r>
              <a:t>Um modelo de atendimento não precisa ter um preço único.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2350008"/>
            <a:ext cx="10789920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C7178"/>
                </a:solidFill>
                <a:latin typeface="Aptos"/>
              </a:defRPr>
            </a:pPr>
            <a:r>
              <a:t>Ofereça alternativas conforme serviço, paciente e forma de contratação.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" y="3163824"/>
            <a:ext cx="3593592" cy="248716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67512" y="3163824"/>
            <a:ext cx="3593592" cy="100584"/>
          </a:xfrm>
          <a:prstGeom prst="rect">
            <a:avLst/>
          </a:prstGeom>
          <a:solidFill>
            <a:srgbClr val="C99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3544" y="3502152"/>
            <a:ext cx="306324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102E38"/>
                </a:solidFill>
                <a:latin typeface="Aptos"/>
              </a:defRPr>
            </a:pPr>
            <a:r>
              <a:t>Avulsa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" y="4297680"/>
            <a:ext cx="3026664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C7178"/>
                </a:solidFill>
                <a:latin typeface="Aptos"/>
              </a:defRPr>
            </a:pPr>
            <a:r>
              <a:t>Valor específico por serviço e perfil de paciente.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98848" y="3163824"/>
            <a:ext cx="3593592" cy="248716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98848" y="3163824"/>
            <a:ext cx="3593592" cy="100584"/>
          </a:xfrm>
          <a:prstGeom prst="rect">
            <a:avLst/>
          </a:prstGeom>
          <a:solidFill>
            <a:srgbClr val="C99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0" y="3502152"/>
            <a:ext cx="306324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102E38"/>
                </a:solidFill>
                <a:latin typeface="Aptos"/>
              </a:defRPr>
            </a:pPr>
            <a:r>
              <a:t>Pacotes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297680"/>
            <a:ext cx="3026664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C7178"/>
                </a:solidFill>
                <a:latin typeface="Aptos"/>
              </a:defRPr>
            </a:pPr>
            <a:r>
              <a:t>Quantidade de sessões, preço e validade.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30184" y="3163824"/>
            <a:ext cx="3593592" cy="248716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330184" y="3163824"/>
            <a:ext cx="3593592" cy="100584"/>
          </a:xfrm>
          <a:prstGeom prst="rect">
            <a:avLst/>
          </a:prstGeom>
          <a:solidFill>
            <a:srgbClr val="C99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86216" y="3502152"/>
            <a:ext cx="306324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102E38"/>
                </a:solidFill>
                <a:latin typeface="Aptos"/>
              </a:defRPr>
            </a:pPr>
            <a:r>
              <a:t>Fidelidade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86216" y="4297680"/>
            <a:ext cx="3026664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C7178"/>
                </a:solidFill>
                <a:latin typeface="Aptos"/>
              </a:defRPr>
            </a:pPr>
            <a:r>
              <a:t>Condições recorrentes ou preços diferenciados.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3E0FA4F-F9D5-EB12-8C67-C02442E1B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87" y="46544"/>
            <a:ext cx="1024805" cy="74441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275320" y="402336"/>
            <a:ext cx="32369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5C7178"/>
                </a:solidFill>
                <a:latin typeface="Aptos"/>
              </a:defRPr>
            </a:pPr>
            <a:r>
              <a:t>CONVÊNIOS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850392"/>
            <a:ext cx="11000232" cy="16459"/>
          </a:xfrm>
          <a:prstGeom prst="rect">
            <a:avLst/>
          </a:prstGeom>
          <a:solidFill>
            <a:srgbClr val="DCE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6400800" cy="173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830" b="1">
                <a:solidFill>
                  <a:srgbClr val="5C7178"/>
                </a:solidFill>
                <a:latin typeface="Aptos"/>
              </a:defRPr>
            </a:pPr>
            <a:r>
              <a:t>AGENDAZEN  /  APRESENTAÇÃO COMERCIAL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8309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5C7178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060704"/>
            <a:ext cx="1088136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167C82"/>
                </a:solidFill>
                <a:latin typeface="Aptos"/>
              </a:defRPr>
            </a:pPr>
            <a:r>
              <a:t>CONVÊNIOS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426464"/>
            <a:ext cx="10881360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102E38"/>
                </a:solidFill>
                <a:latin typeface="Aptos"/>
              </a:defRPr>
            </a:pPr>
            <a:r>
              <a:t>Operação mais clara, do plano ao faturamento.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2350008"/>
            <a:ext cx="10789920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C7178"/>
                </a:solidFill>
                <a:latin typeface="Aptos"/>
              </a:defRPr>
            </a:pPr>
            <a:r>
              <a:t>Uma estrutura preparada para acompanhar regras de cobertura e sessões autorizadas.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" y="3200400"/>
            <a:ext cx="3593592" cy="24231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3383280"/>
            <a:ext cx="313639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67C8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803904"/>
            <a:ext cx="3136392" cy="57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102E38"/>
                </a:solidFill>
                <a:latin typeface="Aptos"/>
              </a:defRPr>
            </a:pPr>
            <a:r>
              <a:t>Operadoras e planos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471416"/>
            <a:ext cx="3136392" cy="1005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C7178"/>
                </a:solidFill>
                <a:latin typeface="Aptos"/>
              </a:defRPr>
            </a:pPr>
            <a:r>
              <a:t>Cadastro dos convênios e dos respectivos planos.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98848" y="3200400"/>
            <a:ext cx="3593592" cy="24231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27448" y="3383280"/>
            <a:ext cx="313639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67C8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7448" y="3803904"/>
            <a:ext cx="3136392" cy="57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102E38"/>
                </a:solidFill>
                <a:latin typeface="Aptos"/>
              </a:defRPr>
            </a:pPr>
            <a:r>
              <a:t>Guias e autorizações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7448" y="4471416"/>
            <a:ext cx="3136392" cy="1005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C7178"/>
                </a:solidFill>
                <a:latin typeface="Aptos"/>
              </a:defRPr>
            </a:pPr>
            <a:r>
              <a:t>Identificação, limites e uso das sessões.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30184" y="3200400"/>
            <a:ext cx="3593592" cy="24231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58784" y="3383280"/>
            <a:ext cx="313639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67C8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58784" y="3803904"/>
            <a:ext cx="3136392" cy="57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102E38"/>
                </a:solidFill>
                <a:latin typeface="Aptos"/>
              </a:defRPr>
            </a:pPr>
            <a:r>
              <a:t>Faturamento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58784" y="4471416"/>
            <a:ext cx="3136392" cy="1005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C7178"/>
                </a:solidFill>
                <a:latin typeface="Aptos"/>
              </a:defRPr>
            </a:pPr>
            <a:r>
              <a:t>Visão dos atendimentos para conferência e cobrança.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BAAF7E0-C0B9-D5B7-B9DA-D45DA62EC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87" y="46544"/>
            <a:ext cx="1024805" cy="74441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E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275320" y="402336"/>
            <a:ext cx="32369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DDF1E9"/>
                </a:solidFill>
                <a:latin typeface="Aptos"/>
              </a:defRPr>
            </a:pPr>
            <a:r>
              <a:t>FINANCEIRO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850392"/>
            <a:ext cx="11000232" cy="16459"/>
          </a:xfrm>
          <a:prstGeom prst="rect">
            <a:avLst/>
          </a:prstGeom>
          <a:solidFill>
            <a:srgbClr val="335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6400800" cy="173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830" b="1">
                <a:solidFill>
                  <a:srgbClr val="DDF1E9"/>
                </a:solidFill>
                <a:latin typeface="Aptos"/>
              </a:defRPr>
            </a:pPr>
            <a:r>
              <a:t>AGENDAZEN  /  APRESENTAÇÃO COMERCIAL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8309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DDF1E9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060704"/>
            <a:ext cx="1088136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52B788"/>
                </a:solidFill>
                <a:latin typeface="Aptos"/>
              </a:defRPr>
            </a:pPr>
            <a:r>
              <a:t>GESTÃO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426464"/>
            <a:ext cx="10881360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O atendimento e o financeiro na mesma conversa.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2350008"/>
            <a:ext cx="10789920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DDF1E9"/>
                </a:solidFill>
                <a:latin typeface="Aptos"/>
              </a:defRPr>
            </a:pPr>
            <a:r>
              <a:t>Relacione consultas, pacotes, recebimentos e despesas para ter mais visibilidade da operação.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72968"/>
            <a:ext cx="3593592" cy="2395728"/>
          </a:xfrm>
          <a:prstGeom prst="roundRect">
            <a:avLst>
              <a:gd name="adj" fmla="val 13000"/>
            </a:avLst>
          </a:prstGeom>
          <a:solidFill>
            <a:srgbClr val="204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50976" y="3429000"/>
            <a:ext cx="429768" cy="429768"/>
          </a:xfrm>
          <a:prstGeom prst="ellipse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0976" y="4050791"/>
            <a:ext cx="29718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Entradas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599432"/>
            <a:ext cx="2971800" cy="667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DDF1E9"/>
                </a:solidFill>
                <a:latin typeface="Aptos"/>
              </a:defRPr>
            </a:pPr>
            <a:r>
              <a:t>Avulsas, pacotes e valores de convênio.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17136" y="3172968"/>
            <a:ext cx="3593592" cy="2395728"/>
          </a:xfrm>
          <a:prstGeom prst="roundRect">
            <a:avLst>
              <a:gd name="adj" fmla="val 13000"/>
            </a:avLst>
          </a:prstGeom>
          <a:solidFill>
            <a:srgbClr val="204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782312" y="3429000"/>
            <a:ext cx="429768" cy="429768"/>
          </a:xfrm>
          <a:prstGeom prst="ellipse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82312" y="4050791"/>
            <a:ext cx="29718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Saídas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2312" y="4599432"/>
            <a:ext cx="2971800" cy="667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DDF1E9"/>
                </a:solidFill>
                <a:latin typeface="Aptos"/>
              </a:defRPr>
            </a:pPr>
            <a:r>
              <a:t>Despesas e repasses a profissionais.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48472" y="3172968"/>
            <a:ext cx="3593592" cy="2395728"/>
          </a:xfrm>
          <a:prstGeom prst="roundRect">
            <a:avLst>
              <a:gd name="adj" fmla="val 13000"/>
            </a:avLst>
          </a:prstGeom>
          <a:solidFill>
            <a:srgbClr val="204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613648" y="3429000"/>
            <a:ext cx="429768" cy="429768"/>
          </a:xfrm>
          <a:prstGeom prst="ellipse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13648" y="4050791"/>
            <a:ext cx="29718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Análises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13648" y="4599432"/>
            <a:ext cx="2971800" cy="667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DDF1E9"/>
                </a:solidFill>
                <a:latin typeface="Aptos"/>
              </a:defRPr>
            </a:pPr>
            <a:r>
              <a:t>Resultados por período, serviço e profissional.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FA0FD0F-7D41-3FBD-28D9-8F33D0199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43" y="98139"/>
            <a:ext cx="918000" cy="66935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275320" y="402336"/>
            <a:ext cx="32369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5C7178"/>
                </a:solidFill>
                <a:latin typeface="Aptos"/>
              </a:defRPr>
            </a:pPr>
            <a:r>
              <a:t>BENEFÍCIOS POR PÚBLICO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850392"/>
            <a:ext cx="11000232" cy="16459"/>
          </a:xfrm>
          <a:prstGeom prst="rect">
            <a:avLst/>
          </a:prstGeom>
          <a:solidFill>
            <a:srgbClr val="DCE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6400800" cy="173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830" b="1">
                <a:solidFill>
                  <a:srgbClr val="5C7178"/>
                </a:solidFill>
                <a:latin typeface="Aptos"/>
              </a:defRPr>
            </a:pPr>
            <a:r>
              <a:t>AGENDAZEN  /  APRESENTAÇÃO COMERCIAL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8309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5C7178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060704"/>
            <a:ext cx="1088136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167C82"/>
                </a:solidFill>
                <a:latin typeface="Aptos"/>
              </a:defRPr>
            </a:pPr>
            <a:r>
              <a:t>PARA QUEM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426464"/>
            <a:ext cx="10881360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102E38"/>
                </a:solidFill>
                <a:latin typeface="Aptos"/>
              </a:defRPr>
            </a:pPr>
            <a:r>
              <a:t>Benefícios que acompanham o tamanho da operação.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496312"/>
            <a:ext cx="5358384" cy="335584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96696" y="2816352"/>
            <a:ext cx="4663440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67C82"/>
                </a:solidFill>
                <a:latin typeface="Aptos"/>
              </a:defRPr>
            </a:pPr>
            <a:r>
              <a:t>PROFISSIONAL AUTÔNOMO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3300984"/>
            <a:ext cx="466344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102E38"/>
                </a:solidFill>
                <a:latin typeface="Aptos"/>
              </a:defRPr>
            </a:pPr>
            <a:r>
              <a:t>Mais clareza na rotina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" y="3977639"/>
            <a:ext cx="4590288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C7178"/>
                </a:solidFill>
                <a:latin typeface="Aptos"/>
              </a:defRPr>
            </a:pPr>
            <a:r>
              <a:t>• Agenda e cadastro sem dispersão</a:t>
            </a:r>
          </a:p>
          <a:p>
            <a:pPr>
              <a:spcAft>
                <a:spcPts val="800"/>
              </a:spcAft>
              <a:defRPr sz="1600" b="0">
                <a:solidFill>
                  <a:srgbClr val="5C7178"/>
                </a:solidFill>
                <a:latin typeface="Aptos"/>
              </a:defRPr>
            </a:pPr>
            <a:r>
              <a:t>• Histórico clínico acessível</a:t>
            </a:r>
          </a:p>
          <a:p>
            <a:pPr>
              <a:spcAft>
                <a:spcPts val="800"/>
              </a:spcAft>
              <a:defRPr sz="1600" b="0">
                <a:solidFill>
                  <a:srgbClr val="5C7178"/>
                </a:solidFill>
                <a:latin typeface="Aptos"/>
              </a:defRPr>
            </a:pPr>
            <a:r>
              <a:t>• Controle de sessões e recebimentos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2496312"/>
            <a:ext cx="5193792" cy="3355848"/>
          </a:xfrm>
          <a:prstGeom prst="roundRect">
            <a:avLst>
              <a:gd name="adj" fmla="val 13000"/>
            </a:avLst>
          </a:prstGeom>
          <a:solidFill>
            <a:srgbClr val="DD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01968" y="2816352"/>
            <a:ext cx="4526280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67C82"/>
                </a:solidFill>
                <a:latin typeface="Aptos"/>
              </a:defRPr>
            </a:pPr>
            <a:r>
              <a:t>CLÍNICAS E EQUIPES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3300984"/>
            <a:ext cx="4553712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102E38"/>
                </a:solidFill>
                <a:latin typeface="Aptos"/>
              </a:defRPr>
            </a:pPr>
            <a:r>
              <a:t>Visão integrada do negócio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3977639"/>
            <a:ext cx="4544568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C7178"/>
                </a:solidFill>
                <a:latin typeface="Aptos"/>
              </a:defRPr>
            </a:pPr>
            <a:r>
              <a:t>• Agendas por profissional</a:t>
            </a:r>
          </a:p>
          <a:p>
            <a:pPr>
              <a:spcAft>
                <a:spcPts val="800"/>
              </a:spcAft>
              <a:defRPr sz="1600" b="0">
                <a:solidFill>
                  <a:srgbClr val="5C7178"/>
                </a:solidFill>
                <a:latin typeface="Aptos"/>
              </a:defRPr>
            </a:pPr>
            <a:r>
              <a:t>• Padrão de atendimento e acesso por perfil</a:t>
            </a:r>
          </a:p>
          <a:p>
            <a:pPr>
              <a:spcAft>
                <a:spcPts val="800"/>
              </a:spcAft>
              <a:defRPr sz="1600" b="0">
                <a:solidFill>
                  <a:srgbClr val="5C7178"/>
                </a:solidFill>
                <a:latin typeface="Aptos"/>
              </a:defRPr>
            </a:pPr>
            <a:r>
              <a:t>• Preços, convênios e gestão financeira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9518E9D-4793-E468-D5C8-3D09B8C65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87" y="46544"/>
            <a:ext cx="1024805" cy="74441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275320" y="402336"/>
            <a:ext cx="32369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5C7178"/>
                </a:solidFill>
                <a:latin typeface="Aptos"/>
              </a:defRPr>
            </a:pPr>
            <a:r>
              <a:t>DIFERENCIAIS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850392"/>
            <a:ext cx="11000232" cy="16459"/>
          </a:xfrm>
          <a:prstGeom prst="rect">
            <a:avLst/>
          </a:prstGeom>
          <a:solidFill>
            <a:srgbClr val="DCE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6400800" cy="173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830" b="1">
                <a:solidFill>
                  <a:srgbClr val="5C7178"/>
                </a:solidFill>
                <a:latin typeface="Aptos"/>
              </a:defRPr>
            </a:pPr>
            <a:r>
              <a:t>AGENDAZEN  /  APRESENTAÇÃO COMERCIAL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8309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5C7178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060704"/>
            <a:ext cx="1088136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167C82"/>
                </a:solidFill>
                <a:latin typeface="Aptos"/>
              </a:defRPr>
            </a:pPr>
            <a:r>
              <a:t>POSICIONAMENTO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426464"/>
            <a:ext cx="10881360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102E38"/>
                </a:solidFill>
                <a:latin typeface="Aptos"/>
              </a:defRPr>
            </a:pPr>
            <a:r>
              <a:t>Pensado para a prática, não apenas para marcar horários.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404872"/>
            <a:ext cx="5358384" cy="149961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2633472"/>
            <a:ext cx="429768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167C8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9616" y="2615184"/>
            <a:ext cx="427939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102E38"/>
                </a:solidFill>
                <a:latin typeface="Aptos"/>
              </a:defRPr>
            </a:pPr>
            <a:r>
              <a:t>Foco em duas especialidades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9616" y="3154679"/>
            <a:ext cx="42062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80" b="0">
                <a:solidFill>
                  <a:srgbClr val="5C7178"/>
                </a:solidFill>
                <a:latin typeface="Aptos"/>
              </a:defRPr>
            </a:pPr>
            <a:r>
              <a:t>Fisioterapia e acupuntura no centro do desenho do produto.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0216" y="2404872"/>
            <a:ext cx="5358384" cy="149961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47104" y="2633472"/>
            <a:ext cx="429768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167C8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1" y="2615184"/>
            <a:ext cx="427939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102E38"/>
                </a:solidFill>
                <a:latin typeface="Aptos"/>
              </a:defRPr>
            </a:pPr>
            <a:r>
              <a:t>Mapa corporal como registro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4031" y="3154679"/>
            <a:ext cx="42062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80" b="0">
                <a:solidFill>
                  <a:srgbClr val="5C7178"/>
                </a:solidFill>
                <a:latin typeface="Aptos"/>
              </a:defRPr>
            </a:pPr>
            <a:r>
              <a:t>Lesões e pontos aplicados vinculados a cada sessão.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51376"/>
            <a:ext cx="5358384" cy="149961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4379976"/>
            <a:ext cx="429768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167C8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4361688"/>
            <a:ext cx="427939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102E38"/>
                </a:solidFill>
                <a:latin typeface="Aptos"/>
              </a:defRPr>
            </a:pPr>
            <a:r>
              <a:t>Flexibilidade de agenda e preço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99616" y="4901184"/>
            <a:ext cx="42062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80" b="0">
                <a:solidFill>
                  <a:srgbClr val="5C7178"/>
                </a:solidFill>
                <a:latin typeface="Aptos"/>
              </a:defRPr>
            </a:pPr>
            <a:r>
              <a:t>Encaixes internos, segmentos e múltiplas modalidades.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0216" y="4151376"/>
            <a:ext cx="5358384" cy="149961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47104" y="4379976"/>
            <a:ext cx="429768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167C8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4031" y="4361688"/>
            <a:ext cx="427939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102E38"/>
                </a:solidFill>
                <a:latin typeface="Aptos"/>
              </a:defRPr>
            </a:pPr>
            <a:r>
              <a:t>Jornada digital do paciente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1" y="4901184"/>
            <a:ext cx="42062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80" b="0">
                <a:solidFill>
                  <a:srgbClr val="5C7178"/>
                </a:solidFill>
                <a:latin typeface="Aptos"/>
              </a:defRPr>
            </a:pPr>
            <a:r>
              <a:t>Entrada simplificada com QR Code e agendamento online.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BB9C35C-406E-9D62-D6AB-5033BA8DE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87" y="46544"/>
            <a:ext cx="1024805" cy="74441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275320" y="402336"/>
            <a:ext cx="32369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5C7178"/>
                </a:solidFill>
                <a:latin typeface="Aptos"/>
              </a:defRPr>
            </a:pPr>
            <a:r>
              <a:t>CONFIANÇA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850392"/>
            <a:ext cx="11000232" cy="16459"/>
          </a:xfrm>
          <a:prstGeom prst="rect">
            <a:avLst/>
          </a:prstGeom>
          <a:solidFill>
            <a:srgbClr val="DCE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6400800" cy="173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830" b="1">
                <a:solidFill>
                  <a:srgbClr val="5C7178"/>
                </a:solidFill>
                <a:latin typeface="Aptos"/>
              </a:defRPr>
            </a:pPr>
            <a:r>
              <a:t>AGENDAZEN  /  APRESENTAÇÃO COMERCIAL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8309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5C7178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060704"/>
            <a:ext cx="1088136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167C82"/>
                </a:solidFill>
                <a:latin typeface="Aptos"/>
              </a:defRPr>
            </a:pPr>
            <a:r>
              <a:t>RESPONSABILIDADE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426464"/>
            <a:ext cx="10881360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102E38"/>
                </a:solidFill>
                <a:latin typeface="Aptos"/>
              </a:defRPr>
            </a:pPr>
            <a:r>
              <a:t>Dados de saúde exigem cuidado desde a arquitetura.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2350008"/>
            <a:ext cx="10789920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C7178"/>
                </a:solidFill>
                <a:latin typeface="Aptos"/>
              </a:defRPr>
            </a:pPr>
            <a:r>
              <a:t>Privacidade, rastreabilidade e controle de acesso são requisitos de projeto — não itens opcionais.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" y="2889504"/>
            <a:ext cx="5358384" cy="11338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96112" y="3136392"/>
            <a:ext cx="64008" cy="630936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88136" y="3081528"/>
            <a:ext cx="4572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102E38"/>
                </a:solidFill>
                <a:latin typeface="Aptos"/>
              </a:defRPr>
            </a:pPr>
            <a:r>
              <a:t>Acesso por função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" y="3511296"/>
            <a:ext cx="459028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60" b="0">
                <a:solidFill>
                  <a:srgbClr val="5C7178"/>
                </a:solidFill>
                <a:latin typeface="Aptos"/>
              </a:defRPr>
            </a:pPr>
            <a:r>
              <a:t>Cada perfil vê somente o necessário.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2889504"/>
            <a:ext cx="5358384" cy="11338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10528" y="3136392"/>
            <a:ext cx="64008" cy="630936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02552" y="3081528"/>
            <a:ext cx="4572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102E38"/>
                </a:solidFill>
                <a:latin typeface="Aptos"/>
              </a:defRPr>
            </a:pPr>
            <a:r>
              <a:t>Separação entre clínicas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2552" y="3511296"/>
            <a:ext cx="459028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60" b="0">
                <a:solidFill>
                  <a:srgbClr val="5C7178"/>
                </a:solidFill>
                <a:latin typeface="Aptos"/>
              </a:defRPr>
            </a:pPr>
            <a:r>
              <a:t>Dados de uma clínica isolados dos de outra.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" y="4288536"/>
            <a:ext cx="5358384" cy="11338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6112" y="4535424"/>
            <a:ext cx="64008" cy="630936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88136" y="4480560"/>
            <a:ext cx="4572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102E38"/>
                </a:solidFill>
                <a:latin typeface="Aptos"/>
              </a:defRPr>
            </a:pPr>
            <a:r>
              <a:t>Histórico e auditoria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" y="4910328"/>
            <a:ext cx="459028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60" b="0">
                <a:solidFill>
                  <a:srgbClr val="5C7178"/>
                </a:solidFill>
                <a:latin typeface="Aptos"/>
              </a:defRPr>
            </a:pPr>
            <a:r>
              <a:t>Registro de alterações relevantes e evolução clínica.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2" y="4288536"/>
            <a:ext cx="5358384" cy="11338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510528" y="4535424"/>
            <a:ext cx="64008" cy="630936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02552" y="4480560"/>
            <a:ext cx="4572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102E38"/>
                </a:solidFill>
                <a:latin typeface="Aptos"/>
              </a:defRPr>
            </a:pPr>
            <a:r>
              <a:t>LGPD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02552" y="4910328"/>
            <a:ext cx="459028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60" b="0">
                <a:solidFill>
                  <a:srgbClr val="5C7178"/>
                </a:solidFill>
                <a:latin typeface="Aptos"/>
              </a:defRPr>
            </a:pPr>
            <a:r>
              <a:t>Consentimento e processos adequados a dados sensíveis.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1DF42E2-2FB2-9828-10C5-97EFA0A1C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87" y="46544"/>
            <a:ext cx="1024805" cy="74441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275320" y="402336"/>
            <a:ext cx="32369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5C7178"/>
                </a:solidFill>
                <a:latin typeface="Aptos"/>
              </a:defRPr>
            </a:pPr>
            <a:r>
              <a:t>FLUXO ILUSTRATIVO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850392"/>
            <a:ext cx="11000232" cy="16459"/>
          </a:xfrm>
          <a:prstGeom prst="rect">
            <a:avLst/>
          </a:prstGeom>
          <a:solidFill>
            <a:srgbClr val="DCE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6400800" cy="173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830" b="1">
                <a:solidFill>
                  <a:srgbClr val="5C7178"/>
                </a:solidFill>
                <a:latin typeface="Aptos"/>
              </a:defRPr>
            </a:pPr>
            <a:r>
              <a:t>AGENDAZEN  /  APRESENTAÇÃO COMERCIAL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8309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5C7178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060704"/>
            <a:ext cx="1088136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167C82"/>
                </a:solidFill>
                <a:latin typeface="Aptos"/>
              </a:defRPr>
            </a:pPr>
            <a:r>
              <a:t>UMA ROTINA POSSÍVEL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426464"/>
            <a:ext cx="10881360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102E38"/>
                </a:solidFill>
                <a:latin typeface="Aptos"/>
              </a:defRPr>
            </a:pPr>
            <a:r>
              <a:t>Veja como os módulos se conectam.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2350008"/>
            <a:ext cx="10789920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C7178"/>
                </a:solidFill>
                <a:latin typeface="Aptos"/>
              </a:defRPr>
            </a:pPr>
            <a:r>
              <a:t>Exemplo conceitual de um atendimento, do agendamento ao acompanhamento.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" y="3172968"/>
            <a:ext cx="2651760" cy="234086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7824" y="3410712"/>
            <a:ext cx="213055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167C8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3995928"/>
            <a:ext cx="225856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102E38"/>
                </a:solidFill>
                <a:latin typeface="Aptos"/>
              </a:defRPr>
            </a:pPr>
            <a:r>
              <a:t>Paciente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517136"/>
            <a:ext cx="2212848" cy="758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C7178"/>
                </a:solidFill>
                <a:latin typeface="Aptos"/>
              </a:defRPr>
            </a:pPr>
            <a:r>
              <a:t>Faz o cadastro pelo QR Code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47872" y="3172968"/>
            <a:ext cx="2651760" cy="234086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58184" y="3410712"/>
            <a:ext cx="213055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167C8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58184" y="3995928"/>
            <a:ext cx="225856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102E38"/>
                </a:solidFill>
                <a:latin typeface="Aptos"/>
              </a:defRPr>
            </a:pPr>
            <a:r>
              <a:t>Recepção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58184" y="4517136"/>
            <a:ext cx="2212848" cy="758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C7178"/>
                </a:solidFill>
                <a:latin typeface="Aptos"/>
              </a:defRPr>
            </a:pPr>
            <a:r>
              <a:t>Confirma e organiza a agenda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28231" y="3172968"/>
            <a:ext cx="2651760" cy="234086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38544" y="3410712"/>
            <a:ext cx="213055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167C8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38544" y="3995928"/>
            <a:ext cx="225856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102E38"/>
                </a:solidFill>
                <a:latin typeface="Aptos"/>
              </a:defRPr>
            </a:pPr>
            <a:r>
              <a:t>Profissional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38544" y="4517136"/>
            <a:ext cx="2212848" cy="758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C7178"/>
                </a:solidFill>
                <a:latin typeface="Aptos"/>
              </a:defRPr>
            </a:pPr>
            <a:r>
              <a:t>Registra a sessão e o mapa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08592" y="3172968"/>
            <a:ext cx="2651760" cy="234086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18904" y="3410712"/>
            <a:ext cx="213055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167C8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18904" y="3995928"/>
            <a:ext cx="225856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102E38"/>
                </a:solidFill>
                <a:latin typeface="Aptos"/>
              </a:defRPr>
            </a:pPr>
            <a:r>
              <a:t>Gestão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18904" y="4517136"/>
            <a:ext cx="2212848" cy="758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C7178"/>
                </a:solidFill>
                <a:latin typeface="Aptos"/>
              </a:defRPr>
            </a:pPr>
            <a:r>
              <a:t>Acompanha pacote e financeiro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6B532D4-30B4-3B6E-5D98-9A42D9748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87" y="46544"/>
            <a:ext cx="1024805" cy="74441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275320" y="402336"/>
            <a:ext cx="32369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5C7178"/>
                </a:solidFill>
                <a:latin typeface="Aptos"/>
              </a:defRPr>
            </a:pPr>
            <a:r>
              <a:t>DESENVOLVIMENTO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850392"/>
            <a:ext cx="11000232" cy="16459"/>
          </a:xfrm>
          <a:prstGeom prst="rect">
            <a:avLst/>
          </a:prstGeom>
          <a:solidFill>
            <a:srgbClr val="DCE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6400800" cy="173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830" b="1">
                <a:solidFill>
                  <a:srgbClr val="5C7178"/>
                </a:solidFill>
                <a:latin typeface="Aptos"/>
              </a:defRPr>
            </a:pPr>
            <a:r>
              <a:t>AGENDAZEN  /  APRESENTAÇÃO COMERCIAL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8309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5C7178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060704"/>
            <a:ext cx="1088136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167C82"/>
                </a:solidFill>
                <a:latin typeface="Aptos"/>
              </a:defRPr>
            </a:pPr>
            <a:r>
              <a:t>TRANSPARÊNCIA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426464"/>
            <a:ext cx="10881360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102E38"/>
                </a:solidFill>
                <a:latin typeface="Aptos"/>
              </a:defRPr>
            </a:pPr>
            <a:r>
              <a:t>Visão de implantação por etapas.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2350008"/>
            <a:ext cx="10789920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C7178"/>
                </a:solidFill>
                <a:latin typeface="Aptos"/>
              </a:defRPr>
            </a:pPr>
            <a:r>
              <a:t>As funcionalidades desta apresentação compõem a proposta do produto e dependem da implementação e validação.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" y="3282696"/>
            <a:ext cx="3593592" cy="22219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584448"/>
            <a:ext cx="303580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67C82"/>
                </a:solidFill>
                <a:latin typeface="Aptos"/>
              </a:defRPr>
            </a:pPr>
            <a:r>
              <a:t>FASE 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59936"/>
            <a:ext cx="3044952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102E38"/>
                </a:solidFill>
                <a:latin typeface="Aptos"/>
              </a:defRPr>
            </a:pPr>
            <a:r>
              <a:t>Base operacional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26864"/>
            <a:ext cx="3026664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50" b="0">
                <a:solidFill>
                  <a:srgbClr val="5C7178"/>
                </a:solidFill>
                <a:latin typeface="Aptos"/>
              </a:defRPr>
            </a:pPr>
            <a:r>
              <a:t>Cadastro, setup, agenda e QR Code.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07992" y="3282696"/>
            <a:ext cx="3593592" cy="22219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45736" y="3584448"/>
            <a:ext cx="303580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67C82"/>
                </a:solidFill>
                <a:latin typeface="Aptos"/>
              </a:defRPr>
            </a:pPr>
            <a:r>
              <a:t>FASE 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45736" y="4059936"/>
            <a:ext cx="3044952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102E38"/>
                </a:solidFill>
                <a:latin typeface="Aptos"/>
              </a:defRPr>
            </a:pPr>
            <a:r>
              <a:t>Cuidado clínico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45736" y="4626864"/>
            <a:ext cx="3026664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50" b="0">
                <a:solidFill>
                  <a:srgbClr val="5C7178"/>
                </a:solidFill>
                <a:latin typeface="Aptos"/>
              </a:defRPr>
            </a:pPr>
            <a:r>
              <a:t>Prontuário e mapas especializados.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39328" y="3282696"/>
            <a:ext cx="3593592" cy="22219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77072" y="3584448"/>
            <a:ext cx="303580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67C82"/>
                </a:solidFill>
                <a:latin typeface="Aptos"/>
              </a:defRPr>
            </a:pPr>
            <a:r>
              <a:t>FASE 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7072" y="4059936"/>
            <a:ext cx="3044952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102E38"/>
                </a:solidFill>
                <a:latin typeface="Aptos"/>
              </a:defRPr>
            </a:pPr>
            <a:r>
              <a:t>Gestão ampliada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7072" y="4626864"/>
            <a:ext cx="3026664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50" b="0">
                <a:solidFill>
                  <a:srgbClr val="5C7178"/>
                </a:solidFill>
                <a:latin typeface="Aptos"/>
              </a:defRPr>
            </a:pPr>
            <a:r>
              <a:t>Financeiro, pacotes e convênios.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BD052F9-BD4C-2D1C-73AE-D0D64FD60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87" y="46544"/>
            <a:ext cx="1024805" cy="74441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E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275320" y="402336"/>
            <a:ext cx="32369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DDF1E9"/>
                </a:solidFill>
                <a:latin typeface="Aptos"/>
              </a:defRPr>
            </a:pPr>
            <a:r>
              <a:t>ENCERRAMENTO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850392"/>
            <a:ext cx="11000232" cy="16459"/>
          </a:xfrm>
          <a:prstGeom prst="rect">
            <a:avLst/>
          </a:prstGeom>
          <a:solidFill>
            <a:srgbClr val="335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6400800" cy="173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830" b="1">
                <a:solidFill>
                  <a:srgbClr val="DDF1E9"/>
                </a:solidFill>
                <a:latin typeface="Aptos"/>
              </a:defRPr>
            </a:pPr>
            <a:r>
              <a:t>AGENDAZEN  /  APRESENTAÇÃO COMERCIAL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8309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DDF1E9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271016"/>
            <a:ext cx="8705088" cy="23682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3700" b="1">
                <a:solidFill>
                  <a:srgbClr val="FFFFFF"/>
                </a:solidFill>
                <a:latin typeface="Aptos"/>
              </a:defRPr>
            </a:pPr>
            <a:r>
              <a:t>Mais organização.</a:t>
            </a:r>
          </a:p>
          <a:p>
            <a:pPr>
              <a:spcAft>
                <a:spcPts val="0"/>
              </a:spcAft>
              <a:defRPr sz="3700" b="1">
                <a:solidFill>
                  <a:srgbClr val="FFFFFF"/>
                </a:solidFill>
                <a:latin typeface="Aptos"/>
              </a:defRPr>
            </a:pPr>
            <a:r>
              <a:t>Mais cuidado.</a:t>
            </a:r>
          </a:p>
          <a:p>
            <a:pPr>
              <a:spcAft>
                <a:spcPts val="0"/>
              </a:spcAft>
              <a:defRPr sz="3700" b="1">
                <a:solidFill>
                  <a:srgbClr val="FFFFFF"/>
                </a:solidFill>
                <a:latin typeface="Aptos"/>
              </a:defRPr>
            </a:pPr>
            <a:r>
              <a:t>Mais espaço para evoluir.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096512"/>
            <a:ext cx="5413248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3100" b="1">
                <a:solidFill>
                  <a:srgbClr val="52B788"/>
                </a:solidFill>
                <a:latin typeface="Aptos"/>
              </a:defRPr>
            </a:pPr>
            <a:r>
              <a:t>AgendaZen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4965192"/>
            <a:ext cx="9116568" cy="758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DDF1E9"/>
                </a:solidFill>
                <a:latin typeface="Aptos"/>
              </a:defRPr>
            </a:pPr>
            <a:r>
              <a:t>Uma proposta de plataforma para profissionais e clínicas de fisioterapia e acupuntura.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5989320"/>
            <a:ext cx="8869680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CONTATO  •  [INSERIR TELEFONE / E-MAIL / SITE]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347084D-B94A-5CF6-98A7-90F86B84C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43" y="98139"/>
            <a:ext cx="918000" cy="6693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ed006307-e4a9-430f-af16-eea280431306}" enabled="1" method="Standard" siteId="{06219a4a-a835-44d5-afaf-3926343bfb8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1161</Words>
  <Application>Microsoft Office PowerPoint</Application>
  <PresentationFormat>Widescreen</PresentationFormat>
  <Paragraphs>271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Spirito Eduardo BRSP</dc:creator>
  <cp:keywords/>
  <dc:description>generated using python-pptx</dc:description>
  <cp:lastModifiedBy>Spirito Eduardo BRSP</cp:lastModifiedBy>
  <cp:revision>2</cp:revision>
  <dcterms:created xsi:type="dcterms:W3CDTF">2013-01-27T09:14:16Z</dcterms:created>
  <dcterms:modified xsi:type="dcterms:W3CDTF">2026-10-22T18:41:29Z</dcterms:modified>
  <cp:category/>
</cp:coreProperties>
</file>